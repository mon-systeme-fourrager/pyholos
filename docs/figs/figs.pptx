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E2FB6-1D07-29A5-A140-E8427D8A8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F31BD-09F7-6119-D258-3AF31CE1F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F4AE6-BA7A-B984-2210-18C6FC9F4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B8149-5948-DBE1-910F-0945C9AC2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5D96A-7B48-DAE9-7DCB-9FD5BBF1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981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4C60-EABF-19D6-F5F2-BF0EE959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B70F1-9463-8F7A-4053-9334FF89D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DEE80-E913-4EC3-E802-5E70D0E1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C5D07-CB77-5626-A620-C229690B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5216-3BDC-ADE2-FCF8-F25A284E3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071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A65A1-6119-DF4A-D20F-048093C9F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1E15-28DC-207A-EE2E-1BE67DBD7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18E34-6462-4EBC-C294-CC85317D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F71EA-715A-7DC9-3514-0A142242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C8717-29B9-3545-4414-AD2E9579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12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5E191-AAC2-7FF5-C72C-1BAE63C86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ADCA-39D9-C067-BEFD-B4462C783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3609A-DFE9-7DB0-180C-618F82A12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77FF-4BA5-4E6F-1FCB-B7845F22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BC2B6-45BB-702E-0794-DB71001E3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933FA-2BAF-9DA9-07BE-535FDD45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674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50AC-517A-0191-2886-F073E371D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C74AB-DB73-5938-79CC-CE40F0FA5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EA2DB-4092-D82D-C392-65341E59F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9A70D9-2383-4539-03CE-654BA2BA1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E7C230-8707-9B47-D777-077C793B62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3A3A0A-2392-C51F-CC7C-07329082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184743-7952-37FA-1E56-EA3636381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DBE9EC-D3F0-075B-287C-2CA6CB8D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373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1C55-44B7-DB9E-03A9-AD60FF47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277F9-1129-0787-61FB-ED81E4CCF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D974D-5BEB-6159-DFC8-903545D01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A299F-9FE7-F79E-5600-58BDF409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010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4AF670-B4C7-CF86-9844-37F6B98F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FC3C3-1359-B23A-8158-58071191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1C524-8C69-5FF2-24EC-E07A3B34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8651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368A-9F49-B41E-9D1B-5901145E0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CE28D-23FA-ECD1-9AB2-2C26C1B40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F3C0-2A6C-FD2B-4A67-A41746919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308B9-C8BB-C2BB-6F38-20512820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CEE0F-FDE9-B538-0C11-48FCEA888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1E13C-94D6-C2D7-7DA2-2C87125A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6965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89A4-D177-DA8E-1F3C-AF17489F5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108D4E-2F7F-874F-9B0D-CCFD7686F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4B6FC-147E-010D-39C5-997EA234F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B2AA9-E7A6-A3C6-5CFF-51709B228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AD8B2-8B79-8B1C-2F6C-FD282291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7D6DA-9A8D-ECF6-5AD7-055C4084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6166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6FC8-CA6C-9A57-BB89-54C0FA6B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E06C2-4A2D-874A-9AA3-57FED5660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9A9C7-E8E7-79C1-FA35-428596AE1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9783F-D166-0CB4-EDC4-6884C04E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673FC-52E3-7EB8-0CBC-9C09DE61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4918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89D106-D3AD-CB4C-6F27-BE4555EF7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77E4F-D1B2-1F9B-497F-61B985749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6BC2B-BD4A-C582-FD1C-31AA51903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F622A-B780-C846-A3FA-EB8638DBD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77A9-79C3-F8DE-E560-B3E08A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129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AB52F-50D3-7D85-1FE8-DE081FC29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56001-B336-DDD8-A880-EC148F15C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C2380-9DCD-7BC3-5BF0-246CB20E3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D6C48-156D-417D-8AFC-EA1FCF1FC2CB}" type="datetimeFigureOut">
              <a:rPr lang="en-CA" smtClean="0"/>
              <a:t>2025-03-27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1BAFA-4968-B860-EFB3-C705E89AB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998A1-D364-3B73-9AB0-CD9B6CF75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8D453-9A48-4092-9ACD-D45D17C830B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949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los - agriculture.canada.ca">
            <a:extLst>
              <a:ext uri="{FF2B5EF4-FFF2-40B4-BE49-F238E27FC236}">
                <a16:creationId xmlns:a16="http://schemas.microsoft.com/office/drawing/2014/main" id="{36F5F822-ECDE-C705-9D76-F7E926B9CD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9" r="21431" b="35344"/>
          <a:stretch/>
        </p:blipFill>
        <p:spPr bwMode="auto">
          <a:xfrm>
            <a:off x="54241" y="335651"/>
            <a:ext cx="6834771" cy="607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B5DADBD-6930-B9E4-9DB8-9C32617A2C55}"/>
              </a:ext>
            </a:extLst>
          </p:cNvPr>
          <p:cNvSpPr/>
          <p:nvPr/>
        </p:nvSpPr>
        <p:spPr>
          <a:xfrm>
            <a:off x="590190" y="2019300"/>
            <a:ext cx="1248108" cy="29051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3560C5-88BE-0DAF-7E0B-23428FF7A8F3}"/>
              </a:ext>
            </a:extLst>
          </p:cNvPr>
          <p:cNvSpPr/>
          <p:nvPr/>
        </p:nvSpPr>
        <p:spPr>
          <a:xfrm>
            <a:off x="-13252" y="1787684"/>
            <a:ext cx="2335674" cy="176971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5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Py</a:t>
            </a:r>
          </a:p>
        </p:txBody>
      </p:sp>
      <p:pic>
        <p:nvPicPr>
          <p:cNvPr id="9" name="Picture 12" descr="Python Logo PNG Transparent Background Images | pngteam.com">
            <a:extLst>
              <a:ext uri="{FF2B5EF4-FFF2-40B4-BE49-F238E27FC236}">
                <a16:creationId xmlns:a16="http://schemas.microsoft.com/office/drawing/2014/main" id="{B0CECF5E-96EE-A097-D29F-413C55AC4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8" y="3270839"/>
            <a:ext cx="1724414" cy="172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908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A054B-5862-5DFA-6147-AAE0B0CB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D80753-C8BC-B741-BFAF-98D19CFEA1C2}"/>
              </a:ext>
            </a:extLst>
          </p:cNvPr>
          <p:cNvCxnSpPr>
            <a:cxnSpLocks/>
            <a:stCxn id="51" idx="0"/>
            <a:endCxn id="58" idx="1"/>
          </p:cNvCxnSpPr>
          <p:nvPr/>
        </p:nvCxnSpPr>
        <p:spPr>
          <a:xfrm flipV="1">
            <a:off x="1417429" y="1291319"/>
            <a:ext cx="2129629" cy="971070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4332DAF-16D5-9F62-11CB-02FCC62670A2}"/>
              </a:ext>
            </a:extLst>
          </p:cNvPr>
          <p:cNvCxnSpPr>
            <a:cxnSpLocks/>
            <a:stCxn id="72" idx="3"/>
            <a:endCxn id="78" idx="1"/>
          </p:cNvCxnSpPr>
          <p:nvPr/>
        </p:nvCxnSpPr>
        <p:spPr>
          <a:xfrm flipV="1">
            <a:off x="5938580" y="2910794"/>
            <a:ext cx="742743" cy="1413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32974A5-BF3A-F727-97F9-F27C5579C2FD}"/>
              </a:ext>
            </a:extLst>
          </p:cNvPr>
          <p:cNvGrpSpPr/>
          <p:nvPr/>
        </p:nvGrpSpPr>
        <p:grpSpPr>
          <a:xfrm>
            <a:off x="9892174" y="2093429"/>
            <a:ext cx="2193918" cy="1326952"/>
            <a:chOff x="3945511" y="2611635"/>
            <a:chExt cx="2193918" cy="13269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871824C-5C18-B109-CA88-01655D6743CB}"/>
                </a:ext>
              </a:extLst>
            </p:cNvPr>
            <p:cNvSpPr/>
            <p:nvPr/>
          </p:nvSpPr>
          <p:spPr>
            <a:xfrm>
              <a:off x="4026693" y="2919412"/>
              <a:ext cx="2112736" cy="101917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CA" b="1" dirty="0"/>
                <a:t>&gt;_</a:t>
              </a:r>
            </a:p>
          </p:txBody>
        </p:sp>
        <p:pic>
          <p:nvPicPr>
            <p:cNvPr id="5" name="Picture 4" descr="Holos - agriculture.canada.ca">
              <a:extLst>
                <a:ext uri="{FF2B5EF4-FFF2-40B4-BE49-F238E27FC236}">
                  <a16:creationId xmlns:a16="http://schemas.microsoft.com/office/drawing/2014/main" id="{8396194C-D917-CCF1-5D00-0C058918DD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29" r="21431" b="35344"/>
            <a:stretch/>
          </p:blipFill>
          <p:spPr bwMode="auto">
            <a:xfrm>
              <a:off x="5651273" y="2966423"/>
              <a:ext cx="478632" cy="4256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E08AC58-2E05-7D93-C572-FDD62E463745}"/>
                </a:ext>
              </a:extLst>
            </p:cNvPr>
            <p:cNvSpPr txBox="1"/>
            <p:nvPr/>
          </p:nvSpPr>
          <p:spPr>
            <a:xfrm>
              <a:off x="3945511" y="2611635"/>
              <a:ext cx="9749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b="1" dirty="0" err="1"/>
                <a:t>Holos</a:t>
              </a:r>
              <a:r>
                <a:rPr lang="fr-FR" sz="1400" b="1" dirty="0"/>
                <a:t> CLI</a:t>
              </a:r>
              <a:endParaRPr lang="en-CA" sz="1400" b="1" dirty="0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ADC7C18-6A56-40C1-A2E9-E9C5D93B0650}"/>
              </a:ext>
            </a:extLst>
          </p:cNvPr>
          <p:cNvCxnSpPr>
            <a:cxnSpLocks/>
            <a:stCxn id="78" idx="3"/>
            <a:endCxn id="4" idx="1"/>
          </p:cNvCxnSpPr>
          <p:nvPr/>
        </p:nvCxnSpPr>
        <p:spPr>
          <a:xfrm>
            <a:off x="7767969" y="2910794"/>
            <a:ext cx="2205387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F40A02D5-EC4E-2662-F695-F3167057D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907044"/>
              </p:ext>
            </p:extLst>
          </p:nvPr>
        </p:nvGraphicFramePr>
        <p:xfrm>
          <a:off x="105908" y="2262389"/>
          <a:ext cx="2623043" cy="12996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391">
                  <a:extLst>
                    <a:ext uri="{9D8B030D-6E8A-4147-A177-3AD203B41FA5}">
                      <a16:colId xmlns:a16="http://schemas.microsoft.com/office/drawing/2014/main" val="222591914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4214371513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4051089067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2601146756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3597257567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4230745522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3554550869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946911467"/>
                    </a:ext>
                  </a:extLst>
                </a:gridCol>
              </a:tblGrid>
              <a:tr h="147083">
                <a:tc gridSpan="8">
                  <a:txBody>
                    <a:bodyPr/>
                    <a:lstStyle/>
                    <a:p>
                      <a:r>
                        <a:rPr lang="fr-FR" sz="1600" b="1" dirty="0"/>
                        <a:t>User inputs</a:t>
                      </a:r>
                      <a:endParaRPr lang="en-CA" sz="1600" b="1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742934"/>
                  </a:ext>
                </a:extLst>
              </a:tr>
              <a:tr h="147083">
                <a:tc>
                  <a:txBody>
                    <a:bodyPr/>
                    <a:lstStyle/>
                    <a:p>
                      <a:r>
                        <a:rPr lang="fr-FR" sz="1100" b="1" dirty="0"/>
                        <a:t>General infos</a:t>
                      </a:r>
                      <a:endParaRPr lang="en-CA" sz="1100" b="1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216912"/>
                  </a:ext>
                </a:extLst>
              </a:tr>
              <a:tr h="147083">
                <a:tc>
                  <a:txBody>
                    <a:bodyPr/>
                    <a:lstStyle/>
                    <a:p>
                      <a:r>
                        <a:rPr lang="fr-FR" sz="1100" b="1" dirty="0" err="1"/>
                        <a:t>Beef</a:t>
                      </a:r>
                      <a:endParaRPr lang="en-CA" sz="1100" b="1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910236"/>
                  </a:ext>
                </a:extLst>
              </a:tr>
              <a:tr h="147083">
                <a:tc>
                  <a:txBody>
                    <a:bodyPr/>
                    <a:lstStyle/>
                    <a:p>
                      <a:r>
                        <a:rPr lang="fr-FR" sz="1100" b="1" dirty="0" err="1"/>
                        <a:t>Dairy</a:t>
                      </a:r>
                      <a:endParaRPr lang="en-CA" sz="1100" b="1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563833"/>
                  </a:ext>
                </a:extLst>
              </a:tr>
              <a:tr h="147083">
                <a:tc>
                  <a:txBody>
                    <a:bodyPr/>
                    <a:lstStyle/>
                    <a:p>
                      <a:r>
                        <a:rPr lang="fr-FR" sz="1100" b="1" dirty="0" err="1"/>
                        <a:t>Sheep</a:t>
                      </a:r>
                      <a:endParaRPr lang="en-CA" sz="1100" b="1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192843"/>
                  </a:ext>
                </a:extLst>
              </a:tr>
              <a:tr h="1470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dirty="0"/>
                        <a:t>Fields</a:t>
                      </a:r>
                      <a:endParaRPr lang="en-CA" sz="1100" b="1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387758"/>
                  </a:ext>
                </a:extLst>
              </a:tr>
            </a:tbl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0E9A8940-F502-3D5B-52FA-050ECB7E662C}"/>
              </a:ext>
            </a:extLst>
          </p:cNvPr>
          <p:cNvSpPr/>
          <p:nvPr/>
        </p:nvSpPr>
        <p:spPr>
          <a:xfrm>
            <a:off x="3547058" y="861050"/>
            <a:ext cx="2160000" cy="86053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Pre-</a:t>
            </a:r>
            <a:r>
              <a:rPr lang="fr-FR" b="1" dirty="0" err="1">
                <a:solidFill>
                  <a:schemeClr val="tx1"/>
                </a:solidFill>
              </a:rPr>
              <a:t>processing</a:t>
            </a:r>
            <a:endParaRPr lang="fr-FR" b="1" dirty="0">
              <a:solidFill>
                <a:schemeClr val="tx1"/>
              </a:solidFill>
            </a:endParaRPr>
          </a:p>
          <a:p>
            <a:pPr algn="ctr"/>
            <a:r>
              <a:rPr lang="fr-FR" sz="1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Estimate</a:t>
            </a:r>
            <a:r>
              <a:rPr lang="fr-FR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missing</a:t>
            </a:r>
            <a:r>
              <a:rPr lang="fr-FR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fr-FR" sz="1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values</a:t>
            </a:r>
            <a:endParaRPr lang="fr-CA" sz="1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B029D8E-F791-487F-94F6-FF552EEE69C1}"/>
              </a:ext>
            </a:extLst>
          </p:cNvPr>
          <p:cNvCxnSpPr>
            <a:cxnSpLocks/>
            <a:stCxn id="58" idx="2"/>
            <a:endCxn id="72" idx="0"/>
          </p:cNvCxnSpPr>
          <p:nvPr/>
        </p:nvCxnSpPr>
        <p:spPr>
          <a:xfrm>
            <a:off x="4627058" y="1721588"/>
            <a:ext cx="0" cy="540801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CA951D89-5ECF-F3EE-24A5-A0C713AF4BC3}"/>
              </a:ext>
            </a:extLst>
          </p:cNvPr>
          <p:cNvGraphicFramePr>
            <a:graphicFrameLocks noGrp="1"/>
          </p:cNvGraphicFramePr>
          <p:nvPr/>
        </p:nvGraphicFramePr>
        <p:xfrm>
          <a:off x="3315537" y="2262389"/>
          <a:ext cx="2623043" cy="12996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8391">
                  <a:extLst>
                    <a:ext uri="{9D8B030D-6E8A-4147-A177-3AD203B41FA5}">
                      <a16:colId xmlns:a16="http://schemas.microsoft.com/office/drawing/2014/main" val="222591914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4214371513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4051089067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2601146756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3597257567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4230745522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3554550869"/>
                    </a:ext>
                  </a:extLst>
                </a:gridCol>
                <a:gridCol w="239236">
                  <a:extLst>
                    <a:ext uri="{9D8B030D-6E8A-4147-A177-3AD203B41FA5}">
                      <a16:colId xmlns:a16="http://schemas.microsoft.com/office/drawing/2014/main" val="946911467"/>
                    </a:ext>
                  </a:extLst>
                </a:gridCol>
              </a:tblGrid>
              <a:tr h="147083">
                <a:tc gridSpan="8">
                  <a:txBody>
                    <a:bodyPr/>
                    <a:lstStyle/>
                    <a:p>
                      <a:r>
                        <a:rPr lang="fr-FR" sz="1600" b="1" dirty="0" err="1"/>
                        <a:t>Holos</a:t>
                      </a:r>
                      <a:r>
                        <a:rPr lang="fr-FR" sz="1600" b="1" dirty="0"/>
                        <a:t> CLI input data</a:t>
                      </a:r>
                      <a:endParaRPr lang="en-CA" sz="1600" b="1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742934"/>
                  </a:ext>
                </a:extLst>
              </a:tr>
              <a:tr h="147083">
                <a:tc>
                  <a:txBody>
                    <a:bodyPr/>
                    <a:lstStyle/>
                    <a:p>
                      <a:r>
                        <a:rPr lang="fr-FR" sz="1100" b="1" dirty="0"/>
                        <a:t>General infos</a:t>
                      </a:r>
                      <a:endParaRPr lang="en-CA" sz="1100" b="1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216912"/>
                  </a:ext>
                </a:extLst>
              </a:tr>
              <a:tr h="147083">
                <a:tc>
                  <a:txBody>
                    <a:bodyPr/>
                    <a:lstStyle/>
                    <a:p>
                      <a:r>
                        <a:rPr lang="fr-FR" sz="1100" b="1" dirty="0" err="1"/>
                        <a:t>Beef</a:t>
                      </a:r>
                      <a:endParaRPr lang="en-CA" sz="1100" b="1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910236"/>
                  </a:ext>
                </a:extLst>
              </a:tr>
              <a:tr h="147083">
                <a:tc>
                  <a:txBody>
                    <a:bodyPr/>
                    <a:lstStyle/>
                    <a:p>
                      <a:r>
                        <a:rPr lang="fr-FR" sz="1100" b="1" dirty="0" err="1"/>
                        <a:t>Dairy</a:t>
                      </a:r>
                      <a:endParaRPr lang="en-CA" sz="1100" b="1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563833"/>
                  </a:ext>
                </a:extLst>
              </a:tr>
              <a:tr h="147083">
                <a:tc>
                  <a:txBody>
                    <a:bodyPr/>
                    <a:lstStyle/>
                    <a:p>
                      <a:r>
                        <a:rPr lang="fr-FR" sz="1100" b="1" dirty="0" err="1"/>
                        <a:t>Sheep</a:t>
                      </a:r>
                      <a:endParaRPr lang="en-CA" sz="1100" b="1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192843"/>
                  </a:ext>
                </a:extLst>
              </a:tr>
              <a:tr h="1470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dirty="0"/>
                        <a:t>Fields</a:t>
                      </a:r>
                      <a:endParaRPr lang="en-CA" sz="1100" b="1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100" dirty="0"/>
                    </a:p>
                  </a:txBody>
                  <a:tcPr marL="36267" marR="36267" marT="18133" marB="1813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387758"/>
                  </a:ext>
                </a:extLst>
              </a:tr>
            </a:tbl>
          </a:graphicData>
        </a:graphic>
      </p:graphicFrame>
      <p:grpSp>
        <p:nvGrpSpPr>
          <p:cNvPr id="81" name="Group 80">
            <a:extLst>
              <a:ext uri="{FF2B5EF4-FFF2-40B4-BE49-F238E27FC236}">
                <a16:creationId xmlns:a16="http://schemas.microsoft.com/office/drawing/2014/main" id="{F8C07540-516A-C8F0-2837-4BFAE11E89A6}"/>
              </a:ext>
            </a:extLst>
          </p:cNvPr>
          <p:cNvGrpSpPr/>
          <p:nvPr/>
        </p:nvGrpSpPr>
        <p:grpSpPr>
          <a:xfrm>
            <a:off x="6396139" y="2212726"/>
            <a:ext cx="2102645" cy="1314594"/>
            <a:chOff x="7661840" y="867761"/>
            <a:chExt cx="2102645" cy="1314594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A9229E25-29DE-1E82-6221-F3E35326B2D5}"/>
                </a:ext>
              </a:extLst>
            </p:cNvPr>
            <p:cNvGrpSpPr/>
            <p:nvPr/>
          </p:nvGrpSpPr>
          <p:grpSpPr>
            <a:xfrm>
              <a:off x="7947024" y="1056241"/>
              <a:ext cx="1086646" cy="1126114"/>
              <a:chOff x="3833812" y="939464"/>
              <a:chExt cx="1086646" cy="1126114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61B496E-C147-F631-D33E-F84B32E962E9}"/>
                  </a:ext>
                </a:extLst>
              </p:cNvPr>
              <p:cNvSpPr/>
              <p:nvPr/>
            </p:nvSpPr>
            <p:spPr>
              <a:xfrm>
                <a:off x="3833812" y="939464"/>
                <a:ext cx="1086646" cy="101917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36" name="Graphic 35" descr="Folder with solid fill">
                <a:extLst>
                  <a:ext uri="{FF2B5EF4-FFF2-40B4-BE49-F238E27FC236}">
                    <a16:creationId xmlns:a16="http://schemas.microsoft.com/office/drawing/2014/main" id="{5CB78CED-D2E8-F4C7-A316-666C0EBDCF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33812" y="978932"/>
                <a:ext cx="1086646" cy="1086646"/>
              </a:xfrm>
              <a:prstGeom prst="rect">
                <a:avLst/>
              </a:prstGeom>
            </p:spPr>
          </p:pic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EADAC555-D911-9A2E-77EA-7B588D6DCA5A}"/>
                  </a:ext>
                </a:extLst>
              </p:cNvPr>
              <p:cNvGrpSpPr/>
              <p:nvPr/>
            </p:nvGrpSpPr>
            <p:grpSpPr>
              <a:xfrm>
                <a:off x="4026693" y="1283411"/>
                <a:ext cx="198000" cy="265144"/>
                <a:chOff x="4955381" y="1341833"/>
                <a:chExt cx="198000" cy="265144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2D1CA1F-2D14-D2E9-6851-58E8F6FFC7BC}"/>
                    </a:ext>
                  </a:extLst>
                </p:cNvPr>
                <p:cNvSpPr/>
                <p:nvPr/>
              </p:nvSpPr>
              <p:spPr>
                <a:xfrm>
                  <a:off x="4955381" y="1341833"/>
                  <a:ext cx="198000" cy="264557"/>
                </a:xfrm>
                <a:custGeom>
                  <a:avLst/>
                  <a:gdLst>
                    <a:gd name="connsiteX0" fmla="*/ 0 w 198000"/>
                    <a:gd name="connsiteY0" fmla="*/ 0 h 262800"/>
                    <a:gd name="connsiteX1" fmla="*/ 198000 w 198000"/>
                    <a:gd name="connsiteY1" fmla="*/ 0 h 262800"/>
                    <a:gd name="connsiteX2" fmla="*/ 198000 w 198000"/>
                    <a:gd name="connsiteY2" fmla="*/ 262800 h 262800"/>
                    <a:gd name="connsiteX3" fmla="*/ 0 w 198000"/>
                    <a:gd name="connsiteY3" fmla="*/ 262800 h 262800"/>
                    <a:gd name="connsiteX4" fmla="*/ 0 w 198000"/>
                    <a:gd name="connsiteY4" fmla="*/ 0 h 262800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7644 w 198000"/>
                    <a:gd name="connsiteY3" fmla="*/ 29767 h 264557"/>
                    <a:gd name="connsiteX4" fmla="*/ 198000 w 198000"/>
                    <a:gd name="connsiteY4" fmla="*/ 264557 h 264557"/>
                    <a:gd name="connsiteX5" fmla="*/ 0 w 198000"/>
                    <a:gd name="connsiteY5" fmla="*/ 264557 h 264557"/>
                    <a:gd name="connsiteX6" fmla="*/ 0 w 198000"/>
                    <a:gd name="connsiteY6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71439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8000" h="264557">
                      <a:moveTo>
                        <a:pt x="0" y="1757"/>
                      </a:moveTo>
                      <a:lnTo>
                        <a:pt x="128587" y="0"/>
                      </a:lnTo>
                      <a:lnTo>
                        <a:pt x="197644" y="71439"/>
                      </a:lnTo>
                      <a:cubicBezTo>
                        <a:pt x="197763" y="149702"/>
                        <a:pt x="197881" y="186294"/>
                        <a:pt x="198000" y="264557"/>
                      </a:cubicBezTo>
                      <a:lnTo>
                        <a:pt x="0" y="264557"/>
                      </a:lnTo>
                      <a:lnTo>
                        <a:pt x="0" y="175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41" name="Graphic 36" descr="Paper outline">
                  <a:extLst>
                    <a:ext uri="{FF2B5EF4-FFF2-40B4-BE49-F238E27FC236}">
                      <a16:creationId xmlns:a16="http://schemas.microsoft.com/office/drawing/2014/main" id="{35BE9401-66CF-B9FD-2EDE-C9F627106402}"/>
                    </a:ext>
                  </a:extLst>
                </p:cNvPr>
                <p:cNvSpPr/>
                <p:nvPr/>
              </p:nvSpPr>
              <p:spPr>
                <a:xfrm>
                  <a:off x="4955381" y="1343591"/>
                  <a:ext cx="197540" cy="263386"/>
                </a:xfrm>
                <a:custGeom>
                  <a:avLst/>
                  <a:gdLst>
                    <a:gd name="connsiteX0" fmla="*/ 0 w 197540"/>
                    <a:gd name="connsiteY0" fmla="*/ 0 h 263386"/>
                    <a:gd name="connsiteX1" fmla="*/ 0 w 197540"/>
                    <a:gd name="connsiteY1" fmla="*/ 263387 h 263386"/>
                    <a:gd name="connsiteX2" fmla="*/ 197540 w 197540"/>
                    <a:gd name="connsiteY2" fmla="*/ 263387 h 263386"/>
                    <a:gd name="connsiteX3" fmla="*/ 197540 w 197540"/>
                    <a:gd name="connsiteY3" fmla="*/ 71068 h 263386"/>
                    <a:gd name="connsiteX4" fmla="*/ 126472 w 197540"/>
                    <a:gd name="connsiteY4" fmla="*/ 0 h 263386"/>
                    <a:gd name="connsiteX5" fmla="*/ 128457 w 197540"/>
                    <a:gd name="connsiteY5" fmla="*/ 11296 h 263386"/>
                    <a:gd name="connsiteX6" fmla="*/ 186244 w 197540"/>
                    <a:gd name="connsiteY6" fmla="*/ 69083 h 263386"/>
                    <a:gd name="connsiteX7" fmla="*/ 186244 w 197540"/>
                    <a:gd name="connsiteY7" fmla="*/ 69129 h 263386"/>
                    <a:gd name="connsiteX8" fmla="*/ 186221 w 197540"/>
                    <a:gd name="connsiteY8" fmla="*/ 69139 h 263386"/>
                    <a:gd name="connsiteX9" fmla="*/ 128401 w 197540"/>
                    <a:gd name="connsiteY9" fmla="*/ 69139 h 263386"/>
                    <a:gd name="connsiteX10" fmla="*/ 128401 w 197540"/>
                    <a:gd name="connsiteY10" fmla="*/ 11319 h 263386"/>
                    <a:gd name="connsiteX11" fmla="*/ 128434 w 197540"/>
                    <a:gd name="connsiteY11" fmla="*/ 11286 h 263386"/>
                    <a:gd name="connsiteX12" fmla="*/ 128457 w 197540"/>
                    <a:gd name="connsiteY12" fmla="*/ 11296 h 263386"/>
                    <a:gd name="connsiteX13" fmla="*/ 6585 w 197540"/>
                    <a:gd name="connsiteY13" fmla="*/ 256802 h 263386"/>
                    <a:gd name="connsiteX14" fmla="*/ 6585 w 197540"/>
                    <a:gd name="connsiteY14" fmla="*/ 6585 h 263386"/>
                    <a:gd name="connsiteX15" fmla="*/ 121816 w 197540"/>
                    <a:gd name="connsiteY15" fmla="*/ 6585 h 263386"/>
                    <a:gd name="connsiteX16" fmla="*/ 121816 w 197540"/>
                    <a:gd name="connsiteY16" fmla="*/ 75724 h 263386"/>
                    <a:gd name="connsiteX17" fmla="*/ 190955 w 197540"/>
                    <a:gd name="connsiteY17" fmla="*/ 75724 h 263386"/>
                    <a:gd name="connsiteX18" fmla="*/ 190955 w 197540"/>
                    <a:gd name="connsiteY18" fmla="*/ 256802 h 263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97540" h="263386">
                      <a:moveTo>
                        <a:pt x="0" y="0"/>
                      </a:moveTo>
                      <a:lnTo>
                        <a:pt x="0" y="263387"/>
                      </a:lnTo>
                      <a:lnTo>
                        <a:pt x="197540" y="263387"/>
                      </a:lnTo>
                      <a:lnTo>
                        <a:pt x="197540" y="71068"/>
                      </a:lnTo>
                      <a:lnTo>
                        <a:pt x="126472" y="0"/>
                      </a:lnTo>
                      <a:close/>
                      <a:moveTo>
                        <a:pt x="128457" y="11296"/>
                      </a:moveTo>
                      <a:lnTo>
                        <a:pt x="186244" y="69083"/>
                      </a:lnTo>
                      <a:cubicBezTo>
                        <a:pt x="186257" y="69096"/>
                        <a:pt x="186257" y="69117"/>
                        <a:pt x="186244" y="69129"/>
                      </a:cubicBezTo>
                      <a:cubicBezTo>
                        <a:pt x="186237" y="69135"/>
                        <a:pt x="186230" y="69139"/>
                        <a:pt x="186221" y="69139"/>
                      </a:cubicBezTo>
                      <a:lnTo>
                        <a:pt x="128401" y="69139"/>
                      </a:lnTo>
                      <a:lnTo>
                        <a:pt x="128401" y="11319"/>
                      </a:lnTo>
                      <a:cubicBezTo>
                        <a:pt x="128401" y="11301"/>
                        <a:pt x="128416" y="11286"/>
                        <a:pt x="128434" y="11286"/>
                      </a:cubicBezTo>
                      <a:cubicBezTo>
                        <a:pt x="128443" y="11287"/>
                        <a:pt x="128451" y="11290"/>
                        <a:pt x="128457" y="11296"/>
                      </a:cubicBezTo>
                      <a:close/>
                      <a:moveTo>
                        <a:pt x="6585" y="256802"/>
                      </a:moveTo>
                      <a:lnTo>
                        <a:pt x="6585" y="6585"/>
                      </a:lnTo>
                      <a:lnTo>
                        <a:pt x="121816" y="6585"/>
                      </a:lnTo>
                      <a:lnTo>
                        <a:pt x="121816" y="75724"/>
                      </a:lnTo>
                      <a:lnTo>
                        <a:pt x="190955" y="75724"/>
                      </a:lnTo>
                      <a:lnTo>
                        <a:pt x="190955" y="2568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2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A" dirty="0"/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0E651C9B-3A21-B1F8-57D5-5B595EB010A0}"/>
                  </a:ext>
                </a:extLst>
              </p:cNvPr>
              <p:cNvGrpSpPr/>
              <p:nvPr/>
            </p:nvGrpSpPr>
            <p:grpSpPr>
              <a:xfrm>
                <a:off x="4117485" y="1391299"/>
                <a:ext cx="198000" cy="265144"/>
                <a:chOff x="4955381" y="1341833"/>
                <a:chExt cx="198000" cy="265144"/>
              </a:xfrm>
            </p:grpSpPr>
            <p:sp>
              <p:nvSpPr>
                <p:cNvPr id="44" name="Rectangle 38">
                  <a:extLst>
                    <a:ext uri="{FF2B5EF4-FFF2-40B4-BE49-F238E27FC236}">
                      <a16:creationId xmlns:a16="http://schemas.microsoft.com/office/drawing/2014/main" id="{DB1BD541-5DBF-C6CC-6B25-4E43517A1ECD}"/>
                    </a:ext>
                  </a:extLst>
                </p:cNvPr>
                <p:cNvSpPr/>
                <p:nvPr/>
              </p:nvSpPr>
              <p:spPr>
                <a:xfrm>
                  <a:off x="4955381" y="1341833"/>
                  <a:ext cx="198000" cy="264557"/>
                </a:xfrm>
                <a:custGeom>
                  <a:avLst/>
                  <a:gdLst>
                    <a:gd name="connsiteX0" fmla="*/ 0 w 198000"/>
                    <a:gd name="connsiteY0" fmla="*/ 0 h 262800"/>
                    <a:gd name="connsiteX1" fmla="*/ 198000 w 198000"/>
                    <a:gd name="connsiteY1" fmla="*/ 0 h 262800"/>
                    <a:gd name="connsiteX2" fmla="*/ 198000 w 198000"/>
                    <a:gd name="connsiteY2" fmla="*/ 262800 h 262800"/>
                    <a:gd name="connsiteX3" fmla="*/ 0 w 198000"/>
                    <a:gd name="connsiteY3" fmla="*/ 262800 h 262800"/>
                    <a:gd name="connsiteX4" fmla="*/ 0 w 198000"/>
                    <a:gd name="connsiteY4" fmla="*/ 0 h 262800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7644 w 198000"/>
                    <a:gd name="connsiteY3" fmla="*/ 29767 h 264557"/>
                    <a:gd name="connsiteX4" fmla="*/ 198000 w 198000"/>
                    <a:gd name="connsiteY4" fmla="*/ 264557 h 264557"/>
                    <a:gd name="connsiteX5" fmla="*/ 0 w 198000"/>
                    <a:gd name="connsiteY5" fmla="*/ 264557 h 264557"/>
                    <a:gd name="connsiteX6" fmla="*/ 0 w 198000"/>
                    <a:gd name="connsiteY6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71439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8000" h="264557">
                      <a:moveTo>
                        <a:pt x="0" y="1757"/>
                      </a:moveTo>
                      <a:lnTo>
                        <a:pt x="128587" y="0"/>
                      </a:lnTo>
                      <a:lnTo>
                        <a:pt x="197644" y="71439"/>
                      </a:lnTo>
                      <a:cubicBezTo>
                        <a:pt x="197763" y="149702"/>
                        <a:pt x="197881" y="186294"/>
                        <a:pt x="198000" y="264557"/>
                      </a:cubicBezTo>
                      <a:lnTo>
                        <a:pt x="0" y="264557"/>
                      </a:lnTo>
                      <a:lnTo>
                        <a:pt x="0" y="175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45" name="Graphic 36" descr="Paper outline">
                  <a:extLst>
                    <a:ext uri="{FF2B5EF4-FFF2-40B4-BE49-F238E27FC236}">
                      <a16:creationId xmlns:a16="http://schemas.microsoft.com/office/drawing/2014/main" id="{0C5C6804-6521-DA65-469B-0C803A36F73E}"/>
                    </a:ext>
                  </a:extLst>
                </p:cNvPr>
                <p:cNvSpPr/>
                <p:nvPr/>
              </p:nvSpPr>
              <p:spPr>
                <a:xfrm>
                  <a:off x="4955381" y="1343591"/>
                  <a:ext cx="197540" cy="263386"/>
                </a:xfrm>
                <a:custGeom>
                  <a:avLst/>
                  <a:gdLst>
                    <a:gd name="connsiteX0" fmla="*/ 0 w 197540"/>
                    <a:gd name="connsiteY0" fmla="*/ 0 h 263386"/>
                    <a:gd name="connsiteX1" fmla="*/ 0 w 197540"/>
                    <a:gd name="connsiteY1" fmla="*/ 263387 h 263386"/>
                    <a:gd name="connsiteX2" fmla="*/ 197540 w 197540"/>
                    <a:gd name="connsiteY2" fmla="*/ 263387 h 263386"/>
                    <a:gd name="connsiteX3" fmla="*/ 197540 w 197540"/>
                    <a:gd name="connsiteY3" fmla="*/ 71068 h 263386"/>
                    <a:gd name="connsiteX4" fmla="*/ 126472 w 197540"/>
                    <a:gd name="connsiteY4" fmla="*/ 0 h 263386"/>
                    <a:gd name="connsiteX5" fmla="*/ 128457 w 197540"/>
                    <a:gd name="connsiteY5" fmla="*/ 11296 h 263386"/>
                    <a:gd name="connsiteX6" fmla="*/ 186244 w 197540"/>
                    <a:gd name="connsiteY6" fmla="*/ 69083 h 263386"/>
                    <a:gd name="connsiteX7" fmla="*/ 186244 w 197540"/>
                    <a:gd name="connsiteY7" fmla="*/ 69129 h 263386"/>
                    <a:gd name="connsiteX8" fmla="*/ 186221 w 197540"/>
                    <a:gd name="connsiteY8" fmla="*/ 69139 h 263386"/>
                    <a:gd name="connsiteX9" fmla="*/ 128401 w 197540"/>
                    <a:gd name="connsiteY9" fmla="*/ 69139 h 263386"/>
                    <a:gd name="connsiteX10" fmla="*/ 128401 w 197540"/>
                    <a:gd name="connsiteY10" fmla="*/ 11319 h 263386"/>
                    <a:gd name="connsiteX11" fmla="*/ 128434 w 197540"/>
                    <a:gd name="connsiteY11" fmla="*/ 11286 h 263386"/>
                    <a:gd name="connsiteX12" fmla="*/ 128457 w 197540"/>
                    <a:gd name="connsiteY12" fmla="*/ 11296 h 263386"/>
                    <a:gd name="connsiteX13" fmla="*/ 6585 w 197540"/>
                    <a:gd name="connsiteY13" fmla="*/ 256802 h 263386"/>
                    <a:gd name="connsiteX14" fmla="*/ 6585 w 197540"/>
                    <a:gd name="connsiteY14" fmla="*/ 6585 h 263386"/>
                    <a:gd name="connsiteX15" fmla="*/ 121816 w 197540"/>
                    <a:gd name="connsiteY15" fmla="*/ 6585 h 263386"/>
                    <a:gd name="connsiteX16" fmla="*/ 121816 w 197540"/>
                    <a:gd name="connsiteY16" fmla="*/ 75724 h 263386"/>
                    <a:gd name="connsiteX17" fmla="*/ 190955 w 197540"/>
                    <a:gd name="connsiteY17" fmla="*/ 75724 h 263386"/>
                    <a:gd name="connsiteX18" fmla="*/ 190955 w 197540"/>
                    <a:gd name="connsiteY18" fmla="*/ 256802 h 263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97540" h="263386">
                      <a:moveTo>
                        <a:pt x="0" y="0"/>
                      </a:moveTo>
                      <a:lnTo>
                        <a:pt x="0" y="263387"/>
                      </a:lnTo>
                      <a:lnTo>
                        <a:pt x="197540" y="263387"/>
                      </a:lnTo>
                      <a:lnTo>
                        <a:pt x="197540" y="71068"/>
                      </a:lnTo>
                      <a:lnTo>
                        <a:pt x="126472" y="0"/>
                      </a:lnTo>
                      <a:close/>
                      <a:moveTo>
                        <a:pt x="128457" y="11296"/>
                      </a:moveTo>
                      <a:lnTo>
                        <a:pt x="186244" y="69083"/>
                      </a:lnTo>
                      <a:cubicBezTo>
                        <a:pt x="186257" y="69096"/>
                        <a:pt x="186257" y="69117"/>
                        <a:pt x="186244" y="69129"/>
                      </a:cubicBezTo>
                      <a:cubicBezTo>
                        <a:pt x="186237" y="69135"/>
                        <a:pt x="186230" y="69139"/>
                        <a:pt x="186221" y="69139"/>
                      </a:cubicBezTo>
                      <a:lnTo>
                        <a:pt x="128401" y="69139"/>
                      </a:lnTo>
                      <a:lnTo>
                        <a:pt x="128401" y="11319"/>
                      </a:lnTo>
                      <a:cubicBezTo>
                        <a:pt x="128401" y="11301"/>
                        <a:pt x="128416" y="11286"/>
                        <a:pt x="128434" y="11286"/>
                      </a:cubicBezTo>
                      <a:cubicBezTo>
                        <a:pt x="128443" y="11287"/>
                        <a:pt x="128451" y="11290"/>
                        <a:pt x="128457" y="11296"/>
                      </a:cubicBezTo>
                      <a:close/>
                      <a:moveTo>
                        <a:pt x="6585" y="256802"/>
                      </a:moveTo>
                      <a:lnTo>
                        <a:pt x="6585" y="6585"/>
                      </a:lnTo>
                      <a:lnTo>
                        <a:pt x="121816" y="6585"/>
                      </a:lnTo>
                      <a:lnTo>
                        <a:pt x="121816" y="75724"/>
                      </a:lnTo>
                      <a:lnTo>
                        <a:pt x="190955" y="75724"/>
                      </a:lnTo>
                      <a:lnTo>
                        <a:pt x="190955" y="2568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2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A" dirty="0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79516D7-E30B-73E0-9DBC-BD38986004CE}"/>
                  </a:ext>
                </a:extLst>
              </p:cNvPr>
              <p:cNvGrpSpPr/>
              <p:nvPr/>
            </p:nvGrpSpPr>
            <p:grpSpPr>
              <a:xfrm>
                <a:off x="4208277" y="1499186"/>
                <a:ext cx="198000" cy="265144"/>
                <a:chOff x="4955381" y="1341833"/>
                <a:chExt cx="198000" cy="265144"/>
              </a:xfrm>
            </p:grpSpPr>
            <p:sp>
              <p:nvSpPr>
                <p:cNvPr id="47" name="Rectangle 38">
                  <a:extLst>
                    <a:ext uri="{FF2B5EF4-FFF2-40B4-BE49-F238E27FC236}">
                      <a16:creationId xmlns:a16="http://schemas.microsoft.com/office/drawing/2014/main" id="{333B52CD-C085-8370-13D3-5EE544F03098}"/>
                    </a:ext>
                  </a:extLst>
                </p:cNvPr>
                <p:cNvSpPr/>
                <p:nvPr/>
              </p:nvSpPr>
              <p:spPr>
                <a:xfrm>
                  <a:off x="4955381" y="1341833"/>
                  <a:ext cx="198000" cy="264557"/>
                </a:xfrm>
                <a:custGeom>
                  <a:avLst/>
                  <a:gdLst>
                    <a:gd name="connsiteX0" fmla="*/ 0 w 198000"/>
                    <a:gd name="connsiteY0" fmla="*/ 0 h 262800"/>
                    <a:gd name="connsiteX1" fmla="*/ 198000 w 198000"/>
                    <a:gd name="connsiteY1" fmla="*/ 0 h 262800"/>
                    <a:gd name="connsiteX2" fmla="*/ 198000 w 198000"/>
                    <a:gd name="connsiteY2" fmla="*/ 262800 h 262800"/>
                    <a:gd name="connsiteX3" fmla="*/ 0 w 198000"/>
                    <a:gd name="connsiteY3" fmla="*/ 262800 h 262800"/>
                    <a:gd name="connsiteX4" fmla="*/ 0 w 198000"/>
                    <a:gd name="connsiteY4" fmla="*/ 0 h 262800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7644 w 198000"/>
                    <a:gd name="connsiteY3" fmla="*/ 29767 h 264557"/>
                    <a:gd name="connsiteX4" fmla="*/ 198000 w 198000"/>
                    <a:gd name="connsiteY4" fmla="*/ 264557 h 264557"/>
                    <a:gd name="connsiteX5" fmla="*/ 0 w 198000"/>
                    <a:gd name="connsiteY5" fmla="*/ 264557 h 264557"/>
                    <a:gd name="connsiteX6" fmla="*/ 0 w 198000"/>
                    <a:gd name="connsiteY6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71439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8000" h="264557">
                      <a:moveTo>
                        <a:pt x="0" y="1757"/>
                      </a:moveTo>
                      <a:lnTo>
                        <a:pt x="128587" y="0"/>
                      </a:lnTo>
                      <a:lnTo>
                        <a:pt x="197644" y="71439"/>
                      </a:lnTo>
                      <a:cubicBezTo>
                        <a:pt x="197763" y="149702"/>
                        <a:pt x="197881" y="186294"/>
                        <a:pt x="198000" y="264557"/>
                      </a:cubicBezTo>
                      <a:lnTo>
                        <a:pt x="0" y="264557"/>
                      </a:lnTo>
                      <a:lnTo>
                        <a:pt x="0" y="175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48" name="Graphic 36" descr="Paper outline">
                  <a:extLst>
                    <a:ext uri="{FF2B5EF4-FFF2-40B4-BE49-F238E27FC236}">
                      <a16:creationId xmlns:a16="http://schemas.microsoft.com/office/drawing/2014/main" id="{421C886F-5DD0-6F97-5487-7FFCF6134DBE}"/>
                    </a:ext>
                  </a:extLst>
                </p:cNvPr>
                <p:cNvSpPr/>
                <p:nvPr/>
              </p:nvSpPr>
              <p:spPr>
                <a:xfrm>
                  <a:off x="4955381" y="1343591"/>
                  <a:ext cx="197540" cy="263386"/>
                </a:xfrm>
                <a:custGeom>
                  <a:avLst/>
                  <a:gdLst>
                    <a:gd name="connsiteX0" fmla="*/ 0 w 197540"/>
                    <a:gd name="connsiteY0" fmla="*/ 0 h 263386"/>
                    <a:gd name="connsiteX1" fmla="*/ 0 w 197540"/>
                    <a:gd name="connsiteY1" fmla="*/ 263387 h 263386"/>
                    <a:gd name="connsiteX2" fmla="*/ 197540 w 197540"/>
                    <a:gd name="connsiteY2" fmla="*/ 263387 h 263386"/>
                    <a:gd name="connsiteX3" fmla="*/ 197540 w 197540"/>
                    <a:gd name="connsiteY3" fmla="*/ 71068 h 263386"/>
                    <a:gd name="connsiteX4" fmla="*/ 126472 w 197540"/>
                    <a:gd name="connsiteY4" fmla="*/ 0 h 263386"/>
                    <a:gd name="connsiteX5" fmla="*/ 128457 w 197540"/>
                    <a:gd name="connsiteY5" fmla="*/ 11296 h 263386"/>
                    <a:gd name="connsiteX6" fmla="*/ 186244 w 197540"/>
                    <a:gd name="connsiteY6" fmla="*/ 69083 h 263386"/>
                    <a:gd name="connsiteX7" fmla="*/ 186244 w 197540"/>
                    <a:gd name="connsiteY7" fmla="*/ 69129 h 263386"/>
                    <a:gd name="connsiteX8" fmla="*/ 186221 w 197540"/>
                    <a:gd name="connsiteY8" fmla="*/ 69139 h 263386"/>
                    <a:gd name="connsiteX9" fmla="*/ 128401 w 197540"/>
                    <a:gd name="connsiteY9" fmla="*/ 69139 h 263386"/>
                    <a:gd name="connsiteX10" fmla="*/ 128401 w 197540"/>
                    <a:gd name="connsiteY10" fmla="*/ 11319 h 263386"/>
                    <a:gd name="connsiteX11" fmla="*/ 128434 w 197540"/>
                    <a:gd name="connsiteY11" fmla="*/ 11286 h 263386"/>
                    <a:gd name="connsiteX12" fmla="*/ 128457 w 197540"/>
                    <a:gd name="connsiteY12" fmla="*/ 11296 h 263386"/>
                    <a:gd name="connsiteX13" fmla="*/ 6585 w 197540"/>
                    <a:gd name="connsiteY13" fmla="*/ 256802 h 263386"/>
                    <a:gd name="connsiteX14" fmla="*/ 6585 w 197540"/>
                    <a:gd name="connsiteY14" fmla="*/ 6585 h 263386"/>
                    <a:gd name="connsiteX15" fmla="*/ 121816 w 197540"/>
                    <a:gd name="connsiteY15" fmla="*/ 6585 h 263386"/>
                    <a:gd name="connsiteX16" fmla="*/ 121816 w 197540"/>
                    <a:gd name="connsiteY16" fmla="*/ 75724 h 263386"/>
                    <a:gd name="connsiteX17" fmla="*/ 190955 w 197540"/>
                    <a:gd name="connsiteY17" fmla="*/ 75724 h 263386"/>
                    <a:gd name="connsiteX18" fmla="*/ 190955 w 197540"/>
                    <a:gd name="connsiteY18" fmla="*/ 256802 h 263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97540" h="263386">
                      <a:moveTo>
                        <a:pt x="0" y="0"/>
                      </a:moveTo>
                      <a:lnTo>
                        <a:pt x="0" y="263387"/>
                      </a:lnTo>
                      <a:lnTo>
                        <a:pt x="197540" y="263387"/>
                      </a:lnTo>
                      <a:lnTo>
                        <a:pt x="197540" y="71068"/>
                      </a:lnTo>
                      <a:lnTo>
                        <a:pt x="126472" y="0"/>
                      </a:lnTo>
                      <a:close/>
                      <a:moveTo>
                        <a:pt x="128457" y="11296"/>
                      </a:moveTo>
                      <a:lnTo>
                        <a:pt x="186244" y="69083"/>
                      </a:lnTo>
                      <a:cubicBezTo>
                        <a:pt x="186257" y="69096"/>
                        <a:pt x="186257" y="69117"/>
                        <a:pt x="186244" y="69129"/>
                      </a:cubicBezTo>
                      <a:cubicBezTo>
                        <a:pt x="186237" y="69135"/>
                        <a:pt x="186230" y="69139"/>
                        <a:pt x="186221" y="69139"/>
                      </a:cubicBezTo>
                      <a:lnTo>
                        <a:pt x="128401" y="69139"/>
                      </a:lnTo>
                      <a:lnTo>
                        <a:pt x="128401" y="11319"/>
                      </a:lnTo>
                      <a:cubicBezTo>
                        <a:pt x="128401" y="11301"/>
                        <a:pt x="128416" y="11286"/>
                        <a:pt x="128434" y="11286"/>
                      </a:cubicBezTo>
                      <a:cubicBezTo>
                        <a:pt x="128443" y="11287"/>
                        <a:pt x="128451" y="11290"/>
                        <a:pt x="128457" y="11296"/>
                      </a:cubicBezTo>
                      <a:close/>
                      <a:moveTo>
                        <a:pt x="6585" y="256802"/>
                      </a:moveTo>
                      <a:lnTo>
                        <a:pt x="6585" y="6585"/>
                      </a:lnTo>
                      <a:lnTo>
                        <a:pt x="121816" y="6585"/>
                      </a:lnTo>
                      <a:lnTo>
                        <a:pt x="121816" y="75724"/>
                      </a:lnTo>
                      <a:lnTo>
                        <a:pt x="190955" y="75724"/>
                      </a:lnTo>
                      <a:lnTo>
                        <a:pt x="190955" y="2568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2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A" dirty="0"/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DB68F85-865B-776D-622C-077429DDB060}"/>
                  </a:ext>
                </a:extLst>
              </p:cNvPr>
              <p:cNvSpPr txBox="1"/>
              <p:nvPr/>
            </p:nvSpPr>
            <p:spPr>
              <a:xfrm>
                <a:off x="4314385" y="1295163"/>
                <a:ext cx="5154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/>
                  <a:t>CSV</a:t>
                </a:r>
                <a:endParaRPr lang="en-CA" sz="1400" dirty="0"/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D1918A1-F448-EF2F-D297-0094B9880ACD}"/>
                </a:ext>
              </a:extLst>
            </p:cNvPr>
            <p:cNvSpPr txBox="1"/>
            <p:nvPr/>
          </p:nvSpPr>
          <p:spPr>
            <a:xfrm>
              <a:off x="7661840" y="867761"/>
              <a:ext cx="210264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600" b="1" dirty="0" err="1"/>
                <a:t>Holos</a:t>
              </a:r>
              <a:r>
                <a:rPr lang="fr-FR" sz="1600" b="1" dirty="0"/>
                <a:t> CLI inputs</a:t>
              </a:r>
              <a:endParaRPr lang="en-CA" sz="1600" b="1" dirty="0"/>
            </a:p>
          </p:txBody>
        </p: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52AAD41-E929-E0AE-EFE1-648813A4A0C6}"/>
              </a:ext>
            </a:extLst>
          </p:cNvPr>
          <p:cNvSpPr/>
          <p:nvPr/>
        </p:nvSpPr>
        <p:spPr>
          <a:xfrm>
            <a:off x="8051642" y="2683164"/>
            <a:ext cx="1431928" cy="43026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 dirty="0" err="1">
                <a:solidFill>
                  <a:schemeClr val="tx1"/>
                </a:solidFill>
              </a:rPr>
              <a:t>Launching</a:t>
            </a:r>
            <a:endParaRPr lang="fr-CA" sz="1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714D35D-C3B5-5DB5-26FF-3F2FF2ECA089}"/>
              </a:ext>
            </a:extLst>
          </p:cNvPr>
          <p:cNvCxnSpPr>
            <a:cxnSpLocks/>
            <a:stCxn id="4" idx="2"/>
            <a:endCxn id="129" idx="0"/>
          </p:cNvCxnSpPr>
          <p:nvPr/>
        </p:nvCxnSpPr>
        <p:spPr>
          <a:xfrm>
            <a:off x="11029724" y="3420381"/>
            <a:ext cx="0" cy="1744075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1C82399-92B1-5E2F-4CE5-5E87D4ED50A5}"/>
              </a:ext>
            </a:extLst>
          </p:cNvPr>
          <p:cNvSpPr/>
          <p:nvPr/>
        </p:nvSpPr>
        <p:spPr>
          <a:xfrm>
            <a:off x="10313760" y="3919758"/>
            <a:ext cx="1431928" cy="68951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Post-</a:t>
            </a:r>
            <a:r>
              <a:rPr lang="fr-FR" b="1" dirty="0" err="1">
                <a:solidFill>
                  <a:schemeClr val="tx1"/>
                </a:solidFill>
              </a:rPr>
              <a:t>processing</a:t>
            </a:r>
            <a:endParaRPr lang="fr-CA" sz="1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D9B774D-34BA-0022-1657-DF194FCD5285}"/>
              </a:ext>
            </a:extLst>
          </p:cNvPr>
          <p:cNvGrpSpPr/>
          <p:nvPr/>
        </p:nvGrpSpPr>
        <p:grpSpPr>
          <a:xfrm>
            <a:off x="10486401" y="5057055"/>
            <a:ext cx="1086646" cy="1086646"/>
            <a:chOff x="9982818" y="5148117"/>
            <a:chExt cx="1086646" cy="1086646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98DECE4-2737-356D-9FC4-776BF71977ED}"/>
                </a:ext>
              </a:extLst>
            </p:cNvPr>
            <p:cNvGrpSpPr/>
            <p:nvPr/>
          </p:nvGrpSpPr>
          <p:grpSpPr>
            <a:xfrm>
              <a:off x="9982818" y="5148117"/>
              <a:ext cx="1086646" cy="1086646"/>
              <a:chOff x="3833812" y="978932"/>
              <a:chExt cx="1086646" cy="1086646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6137878A-9490-A362-DF8C-0331ADDC60C0}"/>
                  </a:ext>
                </a:extLst>
              </p:cNvPr>
              <p:cNvSpPr/>
              <p:nvPr/>
            </p:nvSpPr>
            <p:spPr>
              <a:xfrm>
                <a:off x="3833812" y="1086333"/>
                <a:ext cx="1086646" cy="8080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130" name="Graphic 129" descr="Folder with solid fill">
                <a:extLst>
                  <a:ext uri="{FF2B5EF4-FFF2-40B4-BE49-F238E27FC236}">
                    <a16:creationId xmlns:a16="http://schemas.microsoft.com/office/drawing/2014/main" id="{0AF51BC0-D5A0-CBA2-8B85-8D75343B05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33812" y="978932"/>
                <a:ext cx="1086646" cy="1086646"/>
              </a:xfrm>
              <a:prstGeom prst="rect">
                <a:avLst/>
              </a:prstGeom>
            </p:spPr>
          </p:pic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2BA5B05E-3378-B01E-6A9E-875A3C10100A}"/>
                  </a:ext>
                </a:extLst>
              </p:cNvPr>
              <p:cNvGrpSpPr/>
              <p:nvPr/>
            </p:nvGrpSpPr>
            <p:grpSpPr>
              <a:xfrm>
                <a:off x="4026693" y="1283411"/>
                <a:ext cx="198000" cy="265144"/>
                <a:chOff x="4955381" y="1341833"/>
                <a:chExt cx="198000" cy="265144"/>
              </a:xfrm>
            </p:grpSpPr>
            <p:sp>
              <p:nvSpPr>
                <p:cNvPr id="139" name="Rectangle 38">
                  <a:extLst>
                    <a:ext uri="{FF2B5EF4-FFF2-40B4-BE49-F238E27FC236}">
                      <a16:creationId xmlns:a16="http://schemas.microsoft.com/office/drawing/2014/main" id="{7253A7AB-AEF7-04B1-71FE-7AAE5A55084E}"/>
                    </a:ext>
                  </a:extLst>
                </p:cNvPr>
                <p:cNvSpPr/>
                <p:nvPr/>
              </p:nvSpPr>
              <p:spPr>
                <a:xfrm>
                  <a:off x="4955381" y="1341833"/>
                  <a:ext cx="198000" cy="264557"/>
                </a:xfrm>
                <a:custGeom>
                  <a:avLst/>
                  <a:gdLst>
                    <a:gd name="connsiteX0" fmla="*/ 0 w 198000"/>
                    <a:gd name="connsiteY0" fmla="*/ 0 h 262800"/>
                    <a:gd name="connsiteX1" fmla="*/ 198000 w 198000"/>
                    <a:gd name="connsiteY1" fmla="*/ 0 h 262800"/>
                    <a:gd name="connsiteX2" fmla="*/ 198000 w 198000"/>
                    <a:gd name="connsiteY2" fmla="*/ 262800 h 262800"/>
                    <a:gd name="connsiteX3" fmla="*/ 0 w 198000"/>
                    <a:gd name="connsiteY3" fmla="*/ 262800 h 262800"/>
                    <a:gd name="connsiteX4" fmla="*/ 0 w 198000"/>
                    <a:gd name="connsiteY4" fmla="*/ 0 h 262800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7644 w 198000"/>
                    <a:gd name="connsiteY3" fmla="*/ 29767 h 264557"/>
                    <a:gd name="connsiteX4" fmla="*/ 198000 w 198000"/>
                    <a:gd name="connsiteY4" fmla="*/ 264557 h 264557"/>
                    <a:gd name="connsiteX5" fmla="*/ 0 w 198000"/>
                    <a:gd name="connsiteY5" fmla="*/ 264557 h 264557"/>
                    <a:gd name="connsiteX6" fmla="*/ 0 w 198000"/>
                    <a:gd name="connsiteY6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71439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8000" h="264557">
                      <a:moveTo>
                        <a:pt x="0" y="1757"/>
                      </a:moveTo>
                      <a:lnTo>
                        <a:pt x="128587" y="0"/>
                      </a:lnTo>
                      <a:lnTo>
                        <a:pt x="197644" y="71439"/>
                      </a:lnTo>
                      <a:cubicBezTo>
                        <a:pt x="197763" y="149702"/>
                        <a:pt x="197881" y="186294"/>
                        <a:pt x="198000" y="264557"/>
                      </a:cubicBezTo>
                      <a:lnTo>
                        <a:pt x="0" y="264557"/>
                      </a:lnTo>
                      <a:lnTo>
                        <a:pt x="0" y="175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40" name="Graphic 36" descr="Paper outline">
                  <a:extLst>
                    <a:ext uri="{FF2B5EF4-FFF2-40B4-BE49-F238E27FC236}">
                      <a16:creationId xmlns:a16="http://schemas.microsoft.com/office/drawing/2014/main" id="{8DA2556C-C42D-2668-82E0-5400CDA0E648}"/>
                    </a:ext>
                  </a:extLst>
                </p:cNvPr>
                <p:cNvSpPr/>
                <p:nvPr/>
              </p:nvSpPr>
              <p:spPr>
                <a:xfrm>
                  <a:off x="4955381" y="1343591"/>
                  <a:ext cx="197540" cy="263386"/>
                </a:xfrm>
                <a:custGeom>
                  <a:avLst/>
                  <a:gdLst>
                    <a:gd name="connsiteX0" fmla="*/ 0 w 197540"/>
                    <a:gd name="connsiteY0" fmla="*/ 0 h 263386"/>
                    <a:gd name="connsiteX1" fmla="*/ 0 w 197540"/>
                    <a:gd name="connsiteY1" fmla="*/ 263387 h 263386"/>
                    <a:gd name="connsiteX2" fmla="*/ 197540 w 197540"/>
                    <a:gd name="connsiteY2" fmla="*/ 263387 h 263386"/>
                    <a:gd name="connsiteX3" fmla="*/ 197540 w 197540"/>
                    <a:gd name="connsiteY3" fmla="*/ 71068 h 263386"/>
                    <a:gd name="connsiteX4" fmla="*/ 126472 w 197540"/>
                    <a:gd name="connsiteY4" fmla="*/ 0 h 263386"/>
                    <a:gd name="connsiteX5" fmla="*/ 128457 w 197540"/>
                    <a:gd name="connsiteY5" fmla="*/ 11296 h 263386"/>
                    <a:gd name="connsiteX6" fmla="*/ 186244 w 197540"/>
                    <a:gd name="connsiteY6" fmla="*/ 69083 h 263386"/>
                    <a:gd name="connsiteX7" fmla="*/ 186244 w 197540"/>
                    <a:gd name="connsiteY7" fmla="*/ 69129 h 263386"/>
                    <a:gd name="connsiteX8" fmla="*/ 186221 w 197540"/>
                    <a:gd name="connsiteY8" fmla="*/ 69139 h 263386"/>
                    <a:gd name="connsiteX9" fmla="*/ 128401 w 197540"/>
                    <a:gd name="connsiteY9" fmla="*/ 69139 h 263386"/>
                    <a:gd name="connsiteX10" fmla="*/ 128401 w 197540"/>
                    <a:gd name="connsiteY10" fmla="*/ 11319 h 263386"/>
                    <a:gd name="connsiteX11" fmla="*/ 128434 w 197540"/>
                    <a:gd name="connsiteY11" fmla="*/ 11286 h 263386"/>
                    <a:gd name="connsiteX12" fmla="*/ 128457 w 197540"/>
                    <a:gd name="connsiteY12" fmla="*/ 11296 h 263386"/>
                    <a:gd name="connsiteX13" fmla="*/ 6585 w 197540"/>
                    <a:gd name="connsiteY13" fmla="*/ 256802 h 263386"/>
                    <a:gd name="connsiteX14" fmla="*/ 6585 w 197540"/>
                    <a:gd name="connsiteY14" fmla="*/ 6585 h 263386"/>
                    <a:gd name="connsiteX15" fmla="*/ 121816 w 197540"/>
                    <a:gd name="connsiteY15" fmla="*/ 6585 h 263386"/>
                    <a:gd name="connsiteX16" fmla="*/ 121816 w 197540"/>
                    <a:gd name="connsiteY16" fmla="*/ 75724 h 263386"/>
                    <a:gd name="connsiteX17" fmla="*/ 190955 w 197540"/>
                    <a:gd name="connsiteY17" fmla="*/ 75724 h 263386"/>
                    <a:gd name="connsiteX18" fmla="*/ 190955 w 197540"/>
                    <a:gd name="connsiteY18" fmla="*/ 256802 h 263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97540" h="263386">
                      <a:moveTo>
                        <a:pt x="0" y="0"/>
                      </a:moveTo>
                      <a:lnTo>
                        <a:pt x="0" y="263387"/>
                      </a:lnTo>
                      <a:lnTo>
                        <a:pt x="197540" y="263387"/>
                      </a:lnTo>
                      <a:lnTo>
                        <a:pt x="197540" y="71068"/>
                      </a:lnTo>
                      <a:lnTo>
                        <a:pt x="126472" y="0"/>
                      </a:lnTo>
                      <a:close/>
                      <a:moveTo>
                        <a:pt x="128457" y="11296"/>
                      </a:moveTo>
                      <a:lnTo>
                        <a:pt x="186244" y="69083"/>
                      </a:lnTo>
                      <a:cubicBezTo>
                        <a:pt x="186257" y="69096"/>
                        <a:pt x="186257" y="69117"/>
                        <a:pt x="186244" y="69129"/>
                      </a:cubicBezTo>
                      <a:cubicBezTo>
                        <a:pt x="186237" y="69135"/>
                        <a:pt x="186230" y="69139"/>
                        <a:pt x="186221" y="69139"/>
                      </a:cubicBezTo>
                      <a:lnTo>
                        <a:pt x="128401" y="69139"/>
                      </a:lnTo>
                      <a:lnTo>
                        <a:pt x="128401" y="11319"/>
                      </a:lnTo>
                      <a:cubicBezTo>
                        <a:pt x="128401" y="11301"/>
                        <a:pt x="128416" y="11286"/>
                        <a:pt x="128434" y="11286"/>
                      </a:cubicBezTo>
                      <a:cubicBezTo>
                        <a:pt x="128443" y="11287"/>
                        <a:pt x="128451" y="11290"/>
                        <a:pt x="128457" y="11296"/>
                      </a:cubicBezTo>
                      <a:close/>
                      <a:moveTo>
                        <a:pt x="6585" y="256802"/>
                      </a:moveTo>
                      <a:lnTo>
                        <a:pt x="6585" y="6585"/>
                      </a:lnTo>
                      <a:lnTo>
                        <a:pt x="121816" y="6585"/>
                      </a:lnTo>
                      <a:lnTo>
                        <a:pt x="121816" y="75724"/>
                      </a:lnTo>
                      <a:lnTo>
                        <a:pt x="190955" y="75724"/>
                      </a:lnTo>
                      <a:lnTo>
                        <a:pt x="190955" y="2568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2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A" dirty="0"/>
                </a:p>
              </p:txBody>
            </p:sp>
          </p:grp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9D5C783E-897D-DE18-32E7-78F9A40C024D}"/>
                  </a:ext>
                </a:extLst>
              </p:cNvPr>
              <p:cNvGrpSpPr/>
              <p:nvPr/>
            </p:nvGrpSpPr>
            <p:grpSpPr>
              <a:xfrm>
                <a:off x="4117485" y="1391299"/>
                <a:ext cx="198000" cy="265144"/>
                <a:chOff x="4955381" y="1341833"/>
                <a:chExt cx="198000" cy="265144"/>
              </a:xfrm>
            </p:grpSpPr>
            <p:sp>
              <p:nvSpPr>
                <p:cNvPr id="137" name="Rectangle 38">
                  <a:extLst>
                    <a:ext uri="{FF2B5EF4-FFF2-40B4-BE49-F238E27FC236}">
                      <a16:creationId xmlns:a16="http://schemas.microsoft.com/office/drawing/2014/main" id="{34B6C6A2-B6D9-42D0-3ECC-60E831F82490}"/>
                    </a:ext>
                  </a:extLst>
                </p:cNvPr>
                <p:cNvSpPr/>
                <p:nvPr/>
              </p:nvSpPr>
              <p:spPr>
                <a:xfrm>
                  <a:off x="4955381" y="1341833"/>
                  <a:ext cx="198000" cy="264557"/>
                </a:xfrm>
                <a:custGeom>
                  <a:avLst/>
                  <a:gdLst>
                    <a:gd name="connsiteX0" fmla="*/ 0 w 198000"/>
                    <a:gd name="connsiteY0" fmla="*/ 0 h 262800"/>
                    <a:gd name="connsiteX1" fmla="*/ 198000 w 198000"/>
                    <a:gd name="connsiteY1" fmla="*/ 0 h 262800"/>
                    <a:gd name="connsiteX2" fmla="*/ 198000 w 198000"/>
                    <a:gd name="connsiteY2" fmla="*/ 262800 h 262800"/>
                    <a:gd name="connsiteX3" fmla="*/ 0 w 198000"/>
                    <a:gd name="connsiteY3" fmla="*/ 262800 h 262800"/>
                    <a:gd name="connsiteX4" fmla="*/ 0 w 198000"/>
                    <a:gd name="connsiteY4" fmla="*/ 0 h 262800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7644 w 198000"/>
                    <a:gd name="connsiteY3" fmla="*/ 29767 h 264557"/>
                    <a:gd name="connsiteX4" fmla="*/ 198000 w 198000"/>
                    <a:gd name="connsiteY4" fmla="*/ 264557 h 264557"/>
                    <a:gd name="connsiteX5" fmla="*/ 0 w 198000"/>
                    <a:gd name="connsiteY5" fmla="*/ 264557 h 264557"/>
                    <a:gd name="connsiteX6" fmla="*/ 0 w 198000"/>
                    <a:gd name="connsiteY6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71439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8000" h="264557">
                      <a:moveTo>
                        <a:pt x="0" y="1757"/>
                      </a:moveTo>
                      <a:lnTo>
                        <a:pt x="128587" y="0"/>
                      </a:lnTo>
                      <a:lnTo>
                        <a:pt x="197644" y="71439"/>
                      </a:lnTo>
                      <a:cubicBezTo>
                        <a:pt x="197763" y="149702"/>
                        <a:pt x="197881" y="186294"/>
                        <a:pt x="198000" y="264557"/>
                      </a:cubicBezTo>
                      <a:lnTo>
                        <a:pt x="0" y="264557"/>
                      </a:lnTo>
                      <a:lnTo>
                        <a:pt x="0" y="175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38" name="Graphic 36" descr="Paper outline">
                  <a:extLst>
                    <a:ext uri="{FF2B5EF4-FFF2-40B4-BE49-F238E27FC236}">
                      <a16:creationId xmlns:a16="http://schemas.microsoft.com/office/drawing/2014/main" id="{6562DEA9-E76B-801D-4158-7DC5BF2751AB}"/>
                    </a:ext>
                  </a:extLst>
                </p:cNvPr>
                <p:cNvSpPr/>
                <p:nvPr/>
              </p:nvSpPr>
              <p:spPr>
                <a:xfrm>
                  <a:off x="4955381" y="1343591"/>
                  <a:ext cx="197540" cy="263386"/>
                </a:xfrm>
                <a:custGeom>
                  <a:avLst/>
                  <a:gdLst>
                    <a:gd name="connsiteX0" fmla="*/ 0 w 197540"/>
                    <a:gd name="connsiteY0" fmla="*/ 0 h 263386"/>
                    <a:gd name="connsiteX1" fmla="*/ 0 w 197540"/>
                    <a:gd name="connsiteY1" fmla="*/ 263387 h 263386"/>
                    <a:gd name="connsiteX2" fmla="*/ 197540 w 197540"/>
                    <a:gd name="connsiteY2" fmla="*/ 263387 h 263386"/>
                    <a:gd name="connsiteX3" fmla="*/ 197540 w 197540"/>
                    <a:gd name="connsiteY3" fmla="*/ 71068 h 263386"/>
                    <a:gd name="connsiteX4" fmla="*/ 126472 w 197540"/>
                    <a:gd name="connsiteY4" fmla="*/ 0 h 263386"/>
                    <a:gd name="connsiteX5" fmla="*/ 128457 w 197540"/>
                    <a:gd name="connsiteY5" fmla="*/ 11296 h 263386"/>
                    <a:gd name="connsiteX6" fmla="*/ 186244 w 197540"/>
                    <a:gd name="connsiteY6" fmla="*/ 69083 h 263386"/>
                    <a:gd name="connsiteX7" fmla="*/ 186244 w 197540"/>
                    <a:gd name="connsiteY7" fmla="*/ 69129 h 263386"/>
                    <a:gd name="connsiteX8" fmla="*/ 186221 w 197540"/>
                    <a:gd name="connsiteY8" fmla="*/ 69139 h 263386"/>
                    <a:gd name="connsiteX9" fmla="*/ 128401 w 197540"/>
                    <a:gd name="connsiteY9" fmla="*/ 69139 h 263386"/>
                    <a:gd name="connsiteX10" fmla="*/ 128401 w 197540"/>
                    <a:gd name="connsiteY10" fmla="*/ 11319 h 263386"/>
                    <a:gd name="connsiteX11" fmla="*/ 128434 w 197540"/>
                    <a:gd name="connsiteY11" fmla="*/ 11286 h 263386"/>
                    <a:gd name="connsiteX12" fmla="*/ 128457 w 197540"/>
                    <a:gd name="connsiteY12" fmla="*/ 11296 h 263386"/>
                    <a:gd name="connsiteX13" fmla="*/ 6585 w 197540"/>
                    <a:gd name="connsiteY13" fmla="*/ 256802 h 263386"/>
                    <a:gd name="connsiteX14" fmla="*/ 6585 w 197540"/>
                    <a:gd name="connsiteY14" fmla="*/ 6585 h 263386"/>
                    <a:gd name="connsiteX15" fmla="*/ 121816 w 197540"/>
                    <a:gd name="connsiteY15" fmla="*/ 6585 h 263386"/>
                    <a:gd name="connsiteX16" fmla="*/ 121816 w 197540"/>
                    <a:gd name="connsiteY16" fmla="*/ 75724 h 263386"/>
                    <a:gd name="connsiteX17" fmla="*/ 190955 w 197540"/>
                    <a:gd name="connsiteY17" fmla="*/ 75724 h 263386"/>
                    <a:gd name="connsiteX18" fmla="*/ 190955 w 197540"/>
                    <a:gd name="connsiteY18" fmla="*/ 256802 h 263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97540" h="263386">
                      <a:moveTo>
                        <a:pt x="0" y="0"/>
                      </a:moveTo>
                      <a:lnTo>
                        <a:pt x="0" y="263387"/>
                      </a:lnTo>
                      <a:lnTo>
                        <a:pt x="197540" y="263387"/>
                      </a:lnTo>
                      <a:lnTo>
                        <a:pt x="197540" y="71068"/>
                      </a:lnTo>
                      <a:lnTo>
                        <a:pt x="126472" y="0"/>
                      </a:lnTo>
                      <a:close/>
                      <a:moveTo>
                        <a:pt x="128457" y="11296"/>
                      </a:moveTo>
                      <a:lnTo>
                        <a:pt x="186244" y="69083"/>
                      </a:lnTo>
                      <a:cubicBezTo>
                        <a:pt x="186257" y="69096"/>
                        <a:pt x="186257" y="69117"/>
                        <a:pt x="186244" y="69129"/>
                      </a:cubicBezTo>
                      <a:cubicBezTo>
                        <a:pt x="186237" y="69135"/>
                        <a:pt x="186230" y="69139"/>
                        <a:pt x="186221" y="69139"/>
                      </a:cubicBezTo>
                      <a:lnTo>
                        <a:pt x="128401" y="69139"/>
                      </a:lnTo>
                      <a:lnTo>
                        <a:pt x="128401" y="11319"/>
                      </a:lnTo>
                      <a:cubicBezTo>
                        <a:pt x="128401" y="11301"/>
                        <a:pt x="128416" y="11286"/>
                        <a:pt x="128434" y="11286"/>
                      </a:cubicBezTo>
                      <a:cubicBezTo>
                        <a:pt x="128443" y="11287"/>
                        <a:pt x="128451" y="11290"/>
                        <a:pt x="128457" y="11296"/>
                      </a:cubicBezTo>
                      <a:close/>
                      <a:moveTo>
                        <a:pt x="6585" y="256802"/>
                      </a:moveTo>
                      <a:lnTo>
                        <a:pt x="6585" y="6585"/>
                      </a:lnTo>
                      <a:lnTo>
                        <a:pt x="121816" y="6585"/>
                      </a:lnTo>
                      <a:lnTo>
                        <a:pt x="121816" y="75724"/>
                      </a:lnTo>
                      <a:lnTo>
                        <a:pt x="190955" y="75724"/>
                      </a:lnTo>
                      <a:lnTo>
                        <a:pt x="190955" y="2568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2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A" dirty="0"/>
                </a:p>
              </p:txBody>
            </p:sp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308EB928-0B6A-B7B2-F935-3B107B0E8FA4}"/>
                  </a:ext>
                </a:extLst>
              </p:cNvPr>
              <p:cNvGrpSpPr/>
              <p:nvPr/>
            </p:nvGrpSpPr>
            <p:grpSpPr>
              <a:xfrm>
                <a:off x="4208277" y="1499186"/>
                <a:ext cx="198000" cy="265144"/>
                <a:chOff x="4955381" y="1341833"/>
                <a:chExt cx="198000" cy="265144"/>
              </a:xfrm>
            </p:grpSpPr>
            <p:sp>
              <p:nvSpPr>
                <p:cNvPr id="135" name="Rectangle 38">
                  <a:extLst>
                    <a:ext uri="{FF2B5EF4-FFF2-40B4-BE49-F238E27FC236}">
                      <a16:creationId xmlns:a16="http://schemas.microsoft.com/office/drawing/2014/main" id="{A52ABDFE-43A9-E5F9-2735-8B46B6194052}"/>
                    </a:ext>
                  </a:extLst>
                </p:cNvPr>
                <p:cNvSpPr/>
                <p:nvPr/>
              </p:nvSpPr>
              <p:spPr>
                <a:xfrm>
                  <a:off x="4955381" y="1341833"/>
                  <a:ext cx="198000" cy="264557"/>
                </a:xfrm>
                <a:custGeom>
                  <a:avLst/>
                  <a:gdLst>
                    <a:gd name="connsiteX0" fmla="*/ 0 w 198000"/>
                    <a:gd name="connsiteY0" fmla="*/ 0 h 262800"/>
                    <a:gd name="connsiteX1" fmla="*/ 198000 w 198000"/>
                    <a:gd name="connsiteY1" fmla="*/ 0 h 262800"/>
                    <a:gd name="connsiteX2" fmla="*/ 198000 w 198000"/>
                    <a:gd name="connsiteY2" fmla="*/ 262800 h 262800"/>
                    <a:gd name="connsiteX3" fmla="*/ 0 w 198000"/>
                    <a:gd name="connsiteY3" fmla="*/ 262800 h 262800"/>
                    <a:gd name="connsiteX4" fmla="*/ 0 w 198000"/>
                    <a:gd name="connsiteY4" fmla="*/ 0 h 262800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8000 w 198000"/>
                    <a:gd name="connsiteY2" fmla="*/ 1757 h 264557"/>
                    <a:gd name="connsiteX3" fmla="*/ 197644 w 198000"/>
                    <a:gd name="connsiteY3" fmla="*/ 29767 h 264557"/>
                    <a:gd name="connsiteX4" fmla="*/ 198000 w 198000"/>
                    <a:gd name="connsiteY4" fmla="*/ 264557 h 264557"/>
                    <a:gd name="connsiteX5" fmla="*/ 0 w 198000"/>
                    <a:gd name="connsiteY5" fmla="*/ 264557 h 264557"/>
                    <a:gd name="connsiteX6" fmla="*/ 0 w 198000"/>
                    <a:gd name="connsiteY6" fmla="*/ 1757 h 264557"/>
                    <a:gd name="connsiteX0" fmla="*/ 0 w 198000"/>
                    <a:gd name="connsiteY0" fmla="*/ 1757 h 264557"/>
                    <a:gd name="connsiteX1" fmla="*/ 158353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29767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  <a:gd name="connsiteX0" fmla="*/ 0 w 198000"/>
                    <a:gd name="connsiteY0" fmla="*/ 1757 h 264557"/>
                    <a:gd name="connsiteX1" fmla="*/ 128587 w 198000"/>
                    <a:gd name="connsiteY1" fmla="*/ 0 h 264557"/>
                    <a:gd name="connsiteX2" fmla="*/ 197644 w 198000"/>
                    <a:gd name="connsiteY2" fmla="*/ 71439 h 264557"/>
                    <a:gd name="connsiteX3" fmla="*/ 198000 w 198000"/>
                    <a:gd name="connsiteY3" fmla="*/ 264557 h 264557"/>
                    <a:gd name="connsiteX4" fmla="*/ 0 w 198000"/>
                    <a:gd name="connsiteY4" fmla="*/ 264557 h 264557"/>
                    <a:gd name="connsiteX5" fmla="*/ 0 w 198000"/>
                    <a:gd name="connsiteY5" fmla="*/ 1757 h 2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8000" h="264557">
                      <a:moveTo>
                        <a:pt x="0" y="1757"/>
                      </a:moveTo>
                      <a:lnTo>
                        <a:pt x="128587" y="0"/>
                      </a:lnTo>
                      <a:lnTo>
                        <a:pt x="197644" y="71439"/>
                      </a:lnTo>
                      <a:cubicBezTo>
                        <a:pt x="197763" y="149702"/>
                        <a:pt x="197881" y="186294"/>
                        <a:pt x="198000" y="264557"/>
                      </a:cubicBezTo>
                      <a:lnTo>
                        <a:pt x="0" y="264557"/>
                      </a:lnTo>
                      <a:lnTo>
                        <a:pt x="0" y="175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sp>
              <p:nvSpPr>
                <p:cNvPr id="136" name="Graphic 36" descr="Paper outline">
                  <a:extLst>
                    <a:ext uri="{FF2B5EF4-FFF2-40B4-BE49-F238E27FC236}">
                      <a16:creationId xmlns:a16="http://schemas.microsoft.com/office/drawing/2014/main" id="{E014972D-AA74-6C65-F9B2-1A97492554F1}"/>
                    </a:ext>
                  </a:extLst>
                </p:cNvPr>
                <p:cNvSpPr/>
                <p:nvPr/>
              </p:nvSpPr>
              <p:spPr>
                <a:xfrm>
                  <a:off x="4955381" y="1343591"/>
                  <a:ext cx="197540" cy="263386"/>
                </a:xfrm>
                <a:custGeom>
                  <a:avLst/>
                  <a:gdLst>
                    <a:gd name="connsiteX0" fmla="*/ 0 w 197540"/>
                    <a:gd name="connsiteY0" fmla="*/ 0 h 263386"/>
                    <a:gd name="connsiteX1" fmla="*/ 0 w 197540"/>
                    <a:gd name="connsiteY1" fmla="*/ 263387 h 263386"/>
                    <a:gd name="connsiteX2" fmla="*/ 197540 w 197540"/>
                    <a:gd name="connsiteY2" fmla="*/ 263387 h 263386"/>
                    <a:gd name="connsiteX3" fmla="*/ 197540 w 197540"/>
                    <a:gd name="connsiteY3" fmla="*/ 71068 h 263386"/>
                    <a:gd name="connsiteX4" fmla="*/ 126472 w 197540"/>
                    <a:gd name="connsiteY4" fmla="*/ 0 h 263386"/>
                    <a:gd name="connsiteX5" fmla="*/ 128457 w 197540"/>
                    <a:gd name="connsiteY5" fmla="*/ 11296 h 263386"/>
                    <a:gd name="connsiteX6" fmla="*/ 186244 w 197540"/>
                    <a:gd name="connsiteY6" fmla="*/ 69083 h 263386"/>
                    <a:gd name="connsiteX7" fmla="*/ 186244 w 197540"/>
                    <a:gd name="connsiteY7" fmla="*/ 69129 h 263386"/>
                    <a:gd name="connsiteX8" fmla="*/ 186221 w 197540"/>
                    <a:gd name="connsiteY8" fmla="*/ 69139 h 263386"/>
                    <a:gd name="connsiteX9" fmla="*/ 128401 w 197540"/>
                    <a:gd name="connsiteY9" fmla="*/ 69139 h 263386"/>
                    <a:gd name="connsiteX10" fmla="*/ 128401 w 197540"/>
                    <a:gd name="connsiteY10" fmla="*/ 11319 h 263386"/>
                    <a:gd name="connsiteX11" fmla="*/ 128434 w 197540"/>
                    <a:gd name="connsiteY11" fmla="*/ 11286 h 263386"/>
                    <a:gd name="connsiteX12" fmla="*/ 128457 w 197540"/>
                    <a:gd name="connsiteY12" fmla="*/ 11296 h 263386"/>
                    <a:gd name="connsiteX13" fmla="*/ 6585 w 197540"/>
                    <a:gd name="connsiteY13" fmla="*/ 256802 h 263386"/>
                    <a:gd name="connsiteX14" fmla="*/ 6585 w 197540"/>
                    <a:gd name="connsiteY14" fmla="*/ 6585 h 263386"/>
                    <a:gd name="connsiteX15" fmla="*/ 121816 w 197540"/>
                    <a:gd name="connsiteY15" fmla="*/ 6585 h 263386"/>
                    <a:gd name="connsiteX16" fmla="*/ 121816 w 197540"/>
                    <a:gd name="connsiteY16" fmla="*/ 75724 h 263386"/>
                    <a:gd name="connsiteX17" fmla="*/ 190955 w 197540"/>
                    <a:gd name="connsiteY17" fmla="*/ 75724 h 263386"/>
                    <a:gd name="connsiteX18" fmla="*/ 190955 w 197540"/>
                    <a:gd name="connsiteY18" fmla="*/ 256802 h 263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97540" h="263386">
                      <a:moveTo>
                        <a:pt x="0" y="0"/>
                      </a:moveTo>
                      <a:lnTo>
                        <a:pt x="0" y="263387"/>
                      </a:lnTo>
                      <a:lnTo>
                        <a:pt x="197540" y="263387"/>
                      </a:lnTo>
                      <a:lnTo>
                        <a:pt x="197540" y="71068"/>
                      </a:lnTo>
                      <a:lnTo>
                        <a:pt x="126472" y="0"/>
                      </a:lnTo>
                      <a:close/>
                      <a:moveTo>
                        <a:pt x="128457" y="11296"/>
                      </a:moveTo>
                      <a:lnTo>
                        <a:pt x="186244" y="69083"/>
                      </a:lnTo>
                      <a:cubicBezTo>
                        <a:pt x="186257" y="69096"/>
                        <a:pt x="186257" y="69117"/>
                        <a:pt x="186244" y="69129"/>
                      </a:cubicBezTo>
                      <a:cubicBezTo>
                        <a:pt x="186237" y="69135"/>
                        <a:pt x="186230" y="69139"/>
                        <a:pt x="186221" y="69139"/>
                      </a:cubicBezTo>
                      <a:lnTo>
                        <a:pt x="128401" y="69139"/>
                      </a:lnTo>
                      <a:lnTo>
                        <a:pt x="128401" y="11319"/>
                      </a:lnTo>
                      <a:cubicBezTo>
                        <a:pt x="128401" y="11301"/>
                        <a:pt x="128416" y="11286"/>
                        <a:pt x="128434" y="11286"/>
                      </a:cubicBezTo>
                      <a:cubicBezTo>
                        <a:pt x="128443" y="11287"/>
                        <a:pt x="128451" y="11290"/>
                        <a:pt x="128457" y="11296"/>
                      </a:cubicBezTo>
                      <a:close/>
                      <a:moveTo>
                        <a:pt x="6585" y="256802"/>
                      </a:moveTo>
                      <a:lnTo>
                        <a:pt x="6585" y="6585"/>
                      </a:lnTo>
                      <a:lnTo>
                        <a:pt x="121816" y="6585"/>
                      </a:lnTo>
                      <a:lnTo>
                        <a:pt x="121816" y="75724"/>
                      </a:lnTo>
                      <a:lnTo>
                        <a:pt x="190955" y="75724"/>
                      </a:lnTo>
                      <a:lnTo>
                        <a:pt x="190955" y="2568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2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CA" dirty="0"/>
                </a:p>
              </p:txBody>
            </p:sp>
          </p:grpSp>
        </p:grpSp>
        <p:pic>
          <p:nvPicPr>
            <p:cNvPr id="143" name="Graphic 142" descr="Statistics outline">
              <a:extLst>
                <a:ext uri="{FF2B5EF4-FFF2-40B4-BE49-F238E27FC236}">
                  <a16:creationId xmlns:a16="http://schemas.microsoft.com/office/drawing/2014/main" id="{A1026E55-DE5E-0CB8-AA61-11D8A050B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84116" y="5497865"/>
              <a:ext cx="327176" cy="327176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B20F53F-65AD-C39E-77B7-7069A9CC6A7B}"/>
              </a:ext>
            </a:extLst>
          </p:cNvPr>
          <p:cNvSpPr/>
          <p:nvPr/>
        </p:nvSpPr>
        <p:spPr>
          <a:xfrm>
            <a:off x="6396139" y="1807029"/>
            <a:ext cx="5795861" cy="19415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CC9B4-1642-C9B6-0ABC-3F422E66C1D3}"/>
              </a:ext>
            </a:extLst>
          </p:cNvPr>
          <p:cNvSpPr txBox="1"/>
          <p:nvPr/>
        </p:nvSpPr>
        <p:spPr>
          <a:xfrm>
            <a:off x="6484944" y="1647545"/>
            <a:ext cx="13671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400" b="1" dirty="0"/>
              <a:t>Minimal usage</a:t>
            </a:r>
            <a:endParaRPr lang="en-CA" sz="14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BFF445-2C9A-1B2E-C30C-D8AD6378C23E}"/>
              </a:ext>
            </a:extLst>
          </p:cNvPr>
          <p:cNvGrpSpPr/>
          <p:nvPr/>
        </p:nvGrpSpPr>
        <p:grpSpPr>
          <a:xfrm>
            <a:off x="105908" y="3695121"/>
            <a:ext cx="287302" cy="384728"/>
            <a:chOff x="4955381" y="1341833"/>
            <a:chExt cx="198000" cy="265144"/>
          </a:xfrm>
        </p:grpSpPr>
        <p:sp>
          <p:nvSpPr>
            <p:cNvPr id="18" name="Rectangle 38">
              <a:extLst>
                <a:ext uri="{FF2B5EF4-FFF2-40B4-BE49-F238E27FC236}">
                  <a16:creationId xmlns:a16="http://schemas.microsoft.com/office/drawing/2014/main" id="{BECC16BC-3834-CDB8-CD1E-10BED6A915C4}"/>
                </a:ext>
              </a:extLst>
            </p:cNvPr>
            <p:cNvSpPr/>
            <p:nvPr/>
          </p:nvSpPr>
          <p:spPr>
            <a:xfrm>
              <a:off x="4955381" y="1341833"/>
              <a:ext cx="198000" cy="264557"/>
            </a:xfrm>
            <a:custGeom>
              <a:avLst/>
              <a:gdLst>
                <a:gd name="connsiteX0" fmla="*/ 0 w 198000"/>
                <a:gd name="connsiteY0" fmla="*/ 0 h 262800"/>
                <a:gd name="connsiteX1" fmla="*/ 198000 w 198000"/>
                <a:gd name="connsiteY1" fmla="*/ 0 h 262800"/>
                <a:gd name="connsiteX2" fmla="*/ 198000 w 198000"/>
                <a:gd name="connsiteY2" fmla="*/ 262800 h 262800"/>
                <a:gd name="connsiteX3" fmla="*/ 0 w 198000"/>
                <a:gd name="connsiteY3" fmla="*/ 262800 h 262800"/>
                <a:gd name="connsiteX4" fmla="*/ 0 w 198000"/>
                <a:gd name="connsiteY4" fmla="*/ 0 h 262800"/>
                <a:gd name="connsiteX0" fmla="*/ 0 w 198000"/>
                <a:gd name="connsiteY0" fmla="*/ 1757 h 264557"/>
                <a:gd name="connsiteX1" fmla="*/ 158353 w 198000"/>
                <a:gd name="connsiteY1" fmla="*/ 0 h 264557"/>
                <a:gd name="connsiteX2" fmla="*/ 198000 w 198000"/>
                <a:gd name="connsiteY2" fmla="*/ 1757 h 264557"/>
                <a:gd name="connsiteX3" fmla="*/ 198000 w 198000"/>
                <a:gd name="connsiteY3" fmla="*/ 264557 h 264557"/>
                <a:gd name="connsiteX4" fmla="*/ 0 w 198000"/>
                <a:gd name="connsiteY4" fmla="*/ 264557 h 264557"/>
                <a:gd name="connsiteX5" fmla="*/ 0 w 198000"/>
                <a:gd name="connsiteY5" fmla="*/ 1757 h 264557"/>
                <a:gd name="connsiteX0" fmla="*/ 0 w 198000"/>
                <a:gd name="connsiteY0" fmla="*/ 1757 h 264557"/>
                <a:gd name="connsiteX1" fmla="*/ 158353 w 198000"/>
                <a:gd name="connsiteY1" fmla="*/ 0 h 264557"/>
                <a:gd name="connsiteX2" fmla="*/ 198000 w 198000"/>
                <a:gd name="connsiteY2" fmla="*/ 1757 h 264557"/>
                <a:gd name="connsiteX3" fmla="*/ 197644 w 198000"/>
                <a:gd name="connsiteY3" fmla="*/ 29767 h 264557"/>
                <a:gd name="connsiteX4" fmla="*/ 198000 w 198000"/>
                <a:gd name="connsiteY4" fmla="*/ 264557 h 264557"/>
                <a:gd name="connsiteX5" fmla="*/ 0 w 198000"/>
                <a:gd name="connsiteY5" fmla="*/ 264557 h 264557"/>
                <a:gd name="connsiteX6" fmla="*/ 0 w 198000"/>
                <a:gd name="connsiteY6" fmla="*/ 1757 h 264557"/>
                <a:gd name="connsiteX0" fmla="*/ 0 w 198000"/>
                <a:gd name="connsiteY0" fmla="*/ 1757 h 264557"/>
                <a:gd name="connsiteX1" fmla="*/ 158353 w 198000"/>
                <a:gd name="connsiteY1" fmla="*/ 0 h 264557"/>
                <a:gd name="connsiteX2" fmla="*/ 197644 w 198000"/>
                <a:gd name="connsiteY2" fmla="*/ 29767 h 264557"/>
                <a:gd name="connsiteX3" fmla="*/ 198000 w 198000"/>
                <a:gd name="connsiteY3" fmla="*/ 264557 h 264557"/>
                <a:gd name="connsiteX4" fmla="*/ 0 w 198000"/>
                <a:gd name="connsiteY4" fmla="*/ 264557 h 264557"/>
                <a:gd name="connsiteX5" fmla="*/ 0 w 198000"/>
                <a:gd name="connsiteY5" fmla="*/ 1757 h 264557"/>
                <a:gd name="connsiteX0" fmla="*/ 0 w 198000"/>
                <a:gd name="connsiteY0" fmla="*/ 1757 h 264557"/>
                <a:gd name="connsiteX1" fmla="*/ 128587 w 198000"/>
                <a:gd name="connsiteY1" fmla="*/ 0 h 264557"/>
                <a:gd name="connsiteX2" fmla="*/ 197644 w 198000"/>
                <a:gd name="connsiteY2" fmla="*/ 29767 h 264557"/>
                <a:gd name="connsiteX3" fmla="*/ 198000 w 198000"/>
                <a:gd name="connsiteY3" fmla="*/ 264557 h 264557"/>
                <a:gd name="connsiteX4" fmla="*/ 0 w 198000"/>
                <a:gd name="connsiteY4" fmla="*/ 264557 h 264557"/>
                <a:gd name="connsiteX5" fmla="*/ 0 w 198000"/>
                <a:gd name="connsiteY5" fmla="*/ 1757 h 264557"/>
                <a:gd name="connsiteX0" fmla="*/ 0 w 198000"/>
                <a:gd name="connsiteY0" fmla="*/ 1757 h 264557"/>
                <a:gd name="connsiteX1" fmla="*/ 128587 w 198000"/>
                <a:gd name="connsiteY1" fmla="*/ 0 h 264557"/>
                <a:gd name="connsiteX2" fmla="*/ 197644 w 198000"/>
                <a:gd name="connsiteY2" fmla="*/ 71439 h 264557"/>
                <a:gd name="connsiteX3" fmla="*/ 198000 w 198000"/>
                <a:gd name="connsiteY3" fmla="*/ 264557 h 264557"/>
                <a:gd name="connsiteX4" fmla="*/ 0 w 198000"/>
                <a:gd name="connsiteY4" fmla="*/ 264557 h 264557"/>
                <a:gd name="connsiteX5" fmla="*/ 0 w 198000"/>
                <a:gd name="connsiteY5" fmla="*/ 1757 h 26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8000" h="264557">
                  <a:moveTo>
                    <a:pt x="0" y="1757"/>
                  </a:moveTo>
                  <a:lnTo>
                    <a:pt x="128587" y="0"/>
                  </a:lnTo>
                  <a:lnTo>
                    <a:pt x="197644" y="71439"/>
                  </a:lnTo>
                  <a:cubicBezTo>
                    <a:pt x="197763" y="149702"/>
                    <a:pt x="197881" y="186294"/>
                    <a:pt x="198000" y="264557"/>
                  </a:cubicBezTo>
                  <a:lnTo>
                    <a:pt x="0" y="264557"/>
                  </a:lnTo>
                  <a:lnTo>
                    <a:pt x="0" y="17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>
                <a:solidFill>
                  <a:schemeClr val="tx1"/>
                </a:solidFill>
              </a:endParaRPr>
            </a:p>
          </p:txBody>
        </p:sp>
        <p:sp>
          <p:nvSpPr>
            <p:cNvPr id="19" name="Graphic 36" descr="Paper outline">
              <a:extLst>
                <a:ext uri="{FF2B5EF4-FFF2-40B4-BE49-F238E27FC236}">
                  <a16:creationId xmlns:a16="http://schemas.microsoft.com/office/drawing/2014/main" id="{C023857C-DE5E-FEF9-DB6F-95C1C35403CF}"/>
                </a:ext>
              </a:extLst>
            </p:cNvPr>
            <p:cNvSpPr/>
            <p:nvPr/>
          </p:nvSpPr>
          <p:spPr>
            <a:xfrm>
              <a:off x="4955381" y="1343591"/>
              <a:ext cx="197540" cy="263386"/>
            </a:xfrm>
            <a:custGeom>
              <a:avLst/>
              <a:gdLst>
                <a:gd name="connsiteX0" fmla="*/ 0 w 197540"/>
                <a:gd name="connsiteY0" fmla="*/ 0 h 263386"/>
                <a:gd name="connsiteX1" fmla="*/ 0 w 197540"/>
                <a:gd name="connsiteY1" fmla="*/ 263387 h 263386"/>
                <a:gd name="connsiteX2" fmla="*/ 197540 w 197540"/>
                <a:gd name="connsiteY2" fmla="*/ 263387 h 263386"/>
                <a:gd name="connsiteX3" fmla="*/ 197540 w 197540"/>
                <a:gd name="connsiteY3" fmla="*/ 71068 h 263386"/>
                <a:gd name="connsiteX4" fmla="*/ 126472 w 197540"/>
                <a:gd name="connsiteY4" fmla="*/ 0 h 263386"/>
                <a:gd name="connsiteX5" fmla="*/ 128457 w 197540"/>
                <a:gd name="connsiteY5" fmla="*/ 11296 h 263386"/>
                <a:gd name="connsiteX6" fmla="*/ 186244 w 197540"/>
                <a:gd name="connsiteY6" fmla="*/ 69083 h 263386"/>
                <a:gd name="connsiteX7" fmla="*/ 186244 w 197540"/>
                <a:gd name="connsiteY7" fmla="*/ 69129 h 263386"/>
                <a:gd name="connsiteX8" fmla="*/ 186221 w 197540"/>
                <a:gd name="connsiteY8" fmla="*/ 69139 h 263386"/>
                <a:gd name="connsiteX9" fmla="*/ 128401 w 197540"/>
                <a:gd name="connsiteY9" fmla="*/ 69139 h 263386"/>
                <a:gd name="connsiteX10" fmla="*/ 128401 w 197540"/>
                <a:gd name="connsiteY10" fmla="*/ 11319 h 263386"/>
                <a:gd name="connsiteX11" fmla="*/ 128434 w 197540"/>
                <a:gd name="connsiteY11" fmla="*/ 11286 h 263386"/>
                <a:gd name="connsiteX12" fmla="*/ 128457 w 197540"/>
                <a:gd name="connsiteY12" fmla="*/ 11296 h 263386"/>
                <a:gd name="connsiteX13" fmla="*/ 6585 w 197540"/>
                <a:gd name="connsiteY13" fmla="*/ 256802 h 263386"/>
                <a:gd name="connsiteX14" fmla="*/ 6585 w 197540"/>
                <a:gd name="connsiteY14" fmla="*/ 6585 h 263386"/>
                <a:gd name="connsiteX15" fmla="*/ 121816 w 197540"/>
                <a:gd name="connsiteY15" fmla="*/ 6585 h 263386"/>
                <a:gd name="connsiteX16" fmla="*/ 121816 w 197540"/>
                <a:gd name="connsiteY16" fmla="*/ 75724 h 263386"/>
                <a:gd name="connsiteX17" fmla="*/ 190955 w 197540"/>
                <a:gd name="connsiteY17" fmla="*/ 75724 h 263386"/>
                <a:gd name="connsiteX18" fmla="*/ 190955 w 197540"/>
                <a:gd name="connsiteY18" fmla="*/ 256802 h 263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7540" h="263386">
                  <a:moveTo>
                    <a:pt x="0" y="0"/>
                  </a:moveTo>
                  <a:lnTo>
                    <a:pt x="0" y="263387"/>
                  </a:lnTo>
                  <a:lnTo>
                    <a:pt x="197540" y="263387"/>
                  </a:lnTo>
                  <a:lnTo>
                    <a:pt x="197540" y="71068"/>
                  </a:lnTo>
                  <a:lnTo>
                    <a:pt x="126472" y="0"/>
                  </a:lnTo>
                  <a:close/>
                  <a:moveTo>
                    <a:pt x="128457" y="11296"/>
                  </a:moveTo>
                  <a:lnTo>
                    <a:pt x="186244" y="69083"/>
                  </a:lnTo>
                  <a:cubicBezTo>
                    <a:pt x="186257" y="69096"/>
                    <a:pt x="186257" y="69117"/>
                    <a:pt x="186244" y="69129"/>
                  </a:cubicBezTo>
                  <a:cubicBezTo>
                    <a:pt x="186237" y="69135"/>
                    <a:pt x="186230" y="69139"/>
                    <a:pt x="186221" y="69139"/>
                  </a:cubicBezTo>
                  <a:lnTo>
                    <a:pt x="128401" y="69139"/>
                  </a:lnTo>
                  <a:lnTo>
                    <a:pt x="128401" y="11319"/>
                  </a:lnTo>
                  <a:cubicBezTo>
                    <a:pt x="128401" y="11301"/>
                    <a:pt x="128416" y="11286"/>
                    <a:pt x="128434" y="11286"/>
                  </a:cubicBezTo>
                  <a:cubicBezTo>
                    <a:pt x="128443" y="11287"/>
                    <a:pt x="128451" y="11290"/>
                    <a:pt x="128457" y="11296"/>
                  </a:cubicBezTo>
                  <a:close/>
                  <a:moveTo>
                    <a:pt x="6585" y="256802"/>
                  </a:moveTo>
                  <a:lnTo>
                    <a:pt x="6585" y="6585"/>
                  </a:lnTo>
                  <a:lnTo>
                    <a:pt x="121816" y="6585"/>
                  </a:lnTo>
                  <a:lnTo>
                    <a:pt x="121816" y="75724"/>
                  </a:lnTo>
                  <a:lnTo>
                    <a:pt x="190955" y="75724"/>
                  </a:lnTo>
                  <a:lnTo>
                    <a:pt x="190955" y="256802"/>
                  </a:lnTo>
                  <a:close/>
                </a:path>
              </a:pathLst>
            </a:custGeom>
            <a:solidFill>
              <a:srgbClr val="000000"/>
            </a:solidFill>
            <a:ln w="3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A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2A35904-A6CC-F055-D892-51CC21CDA006}"/>
              </a:ext>
            </a:extLst>
          </p:cNvPr>
          <p:cNvSpPr txBox="1"/>
          <p:nvPr/>
        </p:nvSpPr>
        <p:spPr>
          <a:xfrm>
            <a:off x="392543" y="3756254"/>
            <a:ext cx="15663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1" dirty="0"/>
              <a:t>Daily weather</a:t>
            </a:r>
          </a:p>
        </p:txBody>
      </p:sp>
    </p:spTree>
    <p:extLst>
      <p:ext uri="{BB962C8B-B14F-4D97-AF65-F5344CB8AC3E}">
        <p14:creationId xmlns:p14="http://schemas.microsoft.com/office/powerpoint/2010/main" val="86305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CE9331C-82CB-0148-B75F-7AF06640D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26" y="0"/>
            <a:ext cx="10090547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454357-9E81-684E-4248-A4E9CF6F9239}"/>
              </a:ext>
            </a:extLst>
          </p:cNvPr>
          <p:cNvSpPr txBox="1"/>
          <p:nvPr/>
        </p:nvSpPr>
        <p:spPr>
          <a:xfrm>
            <a:off x="3578274" y="2917806"/>
            <a:ext cx="3411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Path to the </a:t>
            </a:r>
            <a:r>
              <a:rPr lang="fr-FR" dirty="0" err="1">
                <a:solidFill>
                  <a:srgbClr val="FF0000"/>
                </a:solidFill>
              </a:rPr>
              <a:t>Holos</a:t>
            </a:r>
            <a:r>
              <a:rPr lang="fr-FR" dirty="0">
                <a:solidFill>
                  <a:srgbClr val="FF0000"/>
                </a:solidFill>
              </a:rPr>
              <a:t> CLI </a:t>
            </a:r>
            <a:r>
              <a:rPr lang="fr-FR" dirty="0" err="1">
                <a:solidFill>
                  <a:srgbClr val="FF0000"/>
                </a:solidFill>
              </a:rPr>
              <a:t>executable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CCC50E4-D92D-B5AC-7FD4-6C2A463B9A20}"/>
              </a:ext>
            </a:extLst>
          </p:cNvPr>
          <p:cNvSpPr/>
          <p:nvPr/>
        </p:nvSpPr>
        <p:spPr>
          <a:xfrm>
            <a:off x="2406488" y="3073348"/>
            <a:ext cx="1098958" cy="485888"/>
          </a:xfrm>
          <a:custGeom>
            <a:avLst/>
            <a:gdLst>
              <a:gd name="connsiteX0" fmla="*/ 1098958 w 1098958"/>
              <a:gd name="connsiteY0" fmla="*/ 0 h 469783"/>
              <a:gd name="connsiteX1" fmla="*/ 0 w 1098958"/>
              <a:gd name="connsiteY1" fmla="*/ 469783 h 469783"/>
              <a:gd name="connsiteX0" fmla="*/ 1098958 w 1098958"/>
              <a:gd name="connsiteY0" fmla="*/ 0 h 469783"/>
              <a:gd name="connsiteX1" fmla="*/ 0 w 1098958"/>
              <a:gd name="connsiteY1" fmla="*/ 469783 h 469783"/>
              <a:gd name="connsiteX0" fmla="*/ 1098958 w 1098958"/>
              <a:gd name="connsiteY0" fmla="*/ 0 h 469783"/>
              <a:gd name="connsiteX1" fmla="*/ 0 w 1098958"/>
              <a:gd name="connsiteY1" fmla="*/ 469783 h 469783"/>
              <a:gd name="connsiteX0" fmla="*/ 1098958 w 1098958"/>
              <a:gd name="connsiteY0" fmla="*/ 0 h 469783"/>
              <a:gd name="connsiteX1" fmla="*/ 0 w 1098958"/>
              <a:gd name="connsiteY1" fmla="*/ 469783 h 469783"/>
              <a:gd name="connsiteX0" fmla="*/ 1098958 w 1098958"/>
              <a:gd name="connsiteY0" fmla="*/ 0 h 469783"/>
              <a:gd name="connsiteX1" fmla="*/ 0 w 1098958"/>
              <a:gd name="connsiteY1" fmla="*/ 469783 h 469783"/>
              <a:gd name="connsiteX0" fmla="*/ 1098958 w 1098958"/>
              <a:gd name="connsiteY0" fmla="*/ 19574 h 489357"/>
              <a:gd name="connsiteX1" fmla="*/ 0 w 1098958"/>
              <a:gd name="connsiteY1" fmla="*/ 489357 h 489357"/>
              <a:gd name="connsiteX0" fmla="*/ 1098958 w 1098958"/>
              <a:gd name="connsiteY0" fmla="*/ 16105 h 485888"/>
              <a:gd name="connsiteX1" fmla="*/ 0 w 1098958"/>
              <a:gd name="connsiteY1" fmla="*/ 485888 h 485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958" h="485888">
                <a:moveTo>
                  <a:pt x="1098958" y="16105"/>
                </a:moveTo>
                <a:cubicBezTo>
                  <a:pt x="489358" y="-62194"/>
                  <a:pt x="144011" y="153126"/>
                  <a:pt x="0" y="485888"/>
                </a:cubicBezTo>
              </a:path>
            </a:pathLst>
          </a:custGeom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F3EC66-6CB9-3E2E-72F9-E5BEEA64E934}"/>
              </a:ext>
            </a:extLst>
          </p:cNvPr>
          <p:cNvSpPr txBox="1"/>
          <p:nvPr/>
        </p:nvSpPr>
        <p:spPr>
          <a:xfrm>
            <a:off x="2565879" y="4213466"/>
            <a:ext cx="6174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Path to the data files of the </a:t>
            </a:r>
            <a:r>
              <a:rPr lang="fr-FR" dirty="0" err="1">
                <a:solidFill>
                  <a:srgbClr val="FF0000"/>
                </a:solidFill>
              </a:rPr>
              <a:t>Soil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Landscapes</a:t>
            </a:r>
            <a:r>
              <a:rPr lang="fr-FR" dirty="0">
                <a:solidFill>
                  <a:srgbClr val="FF0000"/>
                </a:solidFill>
              </a:rPr>
              <a:t> of Canada (SLC)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B539440-1B77-894F-5B32-C0DBFECE65BC}"/>
              </a:ext>
            </a:extLst>
          </p:cNvPr>
          <p:cNvSpPr/>
          <p:nvPr/>
        </p:nvSpPr>
        <p:spPr>
          <a:xfrm flipV="1">
            <a:off x="2340774" y="3975886"/>
            <a:ext cx="225105" cy="408249"/>
          </a:xfrm>
          <a:custGeom>
            <a:avLst/>
            <a:gdLst>
              <a:gd name="connsiteX0" fmla="*/ 1098958 w 1098958"/>
              <a:gd name="connsiteY0" fmla="*/ 0 h 469783"/>
              <a:gd name="connsiteX1" fmla="*/ 0 w 1098958"/>
              <a:gd name="connsiteY1" fmla="*/ 469783 h 469783"/>
              <a:gd name="connsiteX0" fmla="*/ 1098958 w 1098958"/>
              <a:gd name="connsiteY0" fmla="*/ 0 h 469783"/>
              <a:gd name="connsiteX1" fmla="*/ 0 w 1098958"/>
              <a:gd name="connsiteY1" fmla="*/ 469783 h 469783"/>
              <a:gd name="connsiteX0" fmla="*/ 1098958 w 1098958"/>
              <a:gd name="connsiteY0" fmla="*/ 0 h 469783"/>
              <a:gd name="connsiteX1" fmla="*/ 0 w 1098958"/>
              <a:gd name="connsiteY1" fmla="*/ 469783 h 469783"/>
              <a:gd name="connsiteX0" fmla="*/ 1098958 w 1098958"/>
              <a:gd name="connsiteY0" fmla="*/ 0 h 469783"/>
              <a:gd name="connsiteX1" fmla="*/ 0 w 1098958"/>
              <a:gd name="connsiteY1" fmla="*/ 469783 h 469783"/>
              <a:gd name="connsiteX0" fmla="*/ 1098958 w 1098958"/>
              <a:gd name="connsiteY0" fmla="*/ 0 h 469783"/>
              <a:gd name="connsiteX1" fmla="*/ 0 w 1098958"/>
              <a:gd name="connsiteY1" fmla="*/ 469783 h 469783"/>
              <a:gd name="connsiteX0" fmla="*/ 1098958 w 1098958"/>
              <a:gd name="connsiteY0" fmla="*/ 19574 h 489357"/>
              <a:gd name="connsiteX1" fmla="*/ 0 w 1098958"/>
              <a:gd name="connsiteY1" fmla="*/ 489357 h 489357"/>
              <a:gd name="connsiteX0" fmla="*/ 1098958 w 1098958"/>
              <a:gd name="connsiteY0" fmla="*/ 16105 h 485888"/>
              <a:gd name="connsiteX1" fmla="*/ 0 w 1098958"/>
              <a:gd name="connsiteY1" fmla="*/ 485888 h 485888"/>
              <a:gd name="connsiteX0" fmla="*/ 1098958 w 1098958"/>
              <a:gd name="connsiteY0" fmla="*/ 176 h 469959"/>
              <a:gd name="connsiteX1" fmla="*/ 0 w 1098958"/>
              <a:gd name="connsiteY1" fmla="*/ 469959 h 469959"/>
              <a:gd name="connsiteX0" fmla="*/ 1098958 w 1098958"/>
              <a:gd name="connsiteY0" fmla="*/ 0 h 469783"/>
              <a:gd name="connsiteX1" fmla="*/ 0 w 1098958"/>
              <a:gd name="connsiteY1" fmla="*/ 469783 h 46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958" h="469783">
                <a:moveTo>
                  <a:pt x="1098958" y="0"/>
                </a:moveTo>
                <a:cubicBezTo>
                  <a:pt x="284585" y="8582"/>
                  <a:pt x="144011" y="137021"/>
                  <a:pt x="0" y="469783"/>
                </a:cubicBezTo>
              </a:path>
            </a:pathLst>
          </a:custGeom>
          <a:ln w="28575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3498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57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 Albasha</dc:creator>
  <cp:lastModifiedBy>Rami Albasha</cp:lastModifiedBy>
  <cp:revision>6</cp:revision>
  <dcterms:created xsi:type="dcterms:W3CDTF">2025-03-25T18:59:29Z</dcterms:created>
  <dcterms:modified xsi:type="dcterms:W3CDTF">2025-03-27T13:35:27Z</dcterms:modified>
</cp:coreProperties>
</file>